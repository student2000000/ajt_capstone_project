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9" r:id="rId1"/>
  </p:sldMasterIdLst>
  <p:notesMasterIdLst>
    <p:notesMasterId r:id="rId10"/>
  </p:notesMasterIdLst>
  <p:handoutMasterIdLst>
    <p:handoutMasterId r:id="rId11"/>
  </p:handoutMasterIdLst>
  <p:sldIdLst>
    <p:sldId id="260" r:id="rId2"/>
    <p:sldId id="261" r:id="rId3"/>
    <p:sldId id="262" r:id="rId4"/>
    <p:sldId id="263" r:id="rId5"/>
    <p:sldId id="265" r:id="rId6"/>
    <p:sldId id="267" r:id="rId7"/>
    <p:sldId id="266"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1645D2-EB46-2FD8-3407-FC7EBB76884D}" v="7" dt="2026-06-13T02:47:24.448"/>
    <p1510:client id="{CB1FB71C-1043-2EBD-272B-4CDBA2285E5F}" v="96" dt="2026-06-12T22:19:57.1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45"/>
    <p:restoredTop sz="94668"/>
  </p:normalViewPr>
  <p:slideViewPr>
    <p:cSldViewPr snapToGrid="0" showGuides="1">
      <p:cViewPr varScale="1">
        <p:scale>
          <a:sx n="96" d="100"/>
          <a:sy n="96" d="100"/>
        </p:scale>
        <p:origin x="540" y="276"/>
      </p:cViewPr>
      <p:guideLst>
        <p:guide orient="horz" pos="2160"/>
        <p:guide pos="3840"/>
      </p:guideLst>
    </p:cSldViewPr>
  </p:slideViewPr>
  <p:notesTextViewPr>
    <p:cViewPr>
      <p:scale>
        <a:sx n="1" d="1"/>
        <a:sy n="1" d="1"/>
      </p:scale>
      <p:origin x="0" y="0"/>
    </p:cViewPr>
  </p:notesTextViewPr>
  <p:sorterViewPr>
    <p:cViewPr>
      <p:scale>
        <a:sx n="120" d="100"/>
        <a:sy n="120" d="100"/>
      </p:scale>
      <p:origin x="0" y="0"/>
    </p:cViewPr>
  </p:sorter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ends, Jenna" userId="S::jenna.arends@seattlecolleges.edu::f497a376-65b2-4a26-8242-5d524d5a13ef" providerId="AD" clId="Web-{B7B87EB8-BB3D-2C8F-DA0D-D4B507E1C22D}"/>
    <pc:docChg chg="addSld delSld modSld sldOrd">
      <pc:chgData name="Arends, Jenna" userId="S::jenna.arends@seattlecolleges.edu::f497a376-65b2-4a26-8242-5d524d5a13ef" providerId="AD" clId="Web-{B7B87EB8-BB3D-2C8F-DA0D-D4B507E1C22D}" dt="2026-05-20T21:45:33.006" v="372"/>
      <pc:docMkLst>
        <pc:docMk/>
      </pc:docMkLst>
      <pc:sldChg chg="addSp modSp new mod modClrScheme chgLayout">
        <pc:chgData name="Arends, Jenna" userId="S::jenna.arends@seattlecolleges.edu::f497a376-65b2-4a26-8242-5d524d5a13ef" providerId="AD" clId="Web-{B7B87EB8-BB3D-2C8F-DA0D-D4B507E1C22D}" dt="2026-05-20T21:28:31.127" v="311" actId="1076"/>
        <pc:sldMkLst>
          <pc:docMk/>
          <pc:sldMk cId="2610032145" sldId="261"/>
        </pc:sldMkLst>
        <pc:spChg chg="mod ord">
          <ac:chgData name="Arends, Jenna" userId="S::jenna.arends@seattlecolleges.edu::f497a376-65b2-4a26-8242-5d524d5a13ef" providerId="AD" clId="Web-{B7B87EB8-BB3D-2C8F-DA0D-D4B507E1C22D}" dt="2026-05-20T19:56:27.453" v="40" actId="20577"/>
          <ac:spMkLst>
            <pc:docMk/>
            <pc:sldMk cId="2610032145" sldId="261"/>
            <ac:spMk id="3" creationId="{3E21ECDD-32A8-4AE6-BC4A-58DAAE878623}"/>
          </ac:spMkLst>
        </pc:spChg>
      </pc:sldChg>
      <pc:sldChg chg="modSp new mod chgLayout">
        <pc:chgData name="Arends, Jenna" userId="S::jenna.arends@seattlecolleges.edu::f497a376-65b2-4a26-8242-5d524d5a13ef" providerId="AD" clId="Web-{B7B87EB8-BB3D-2C8F-DA0D-D4B507E1C22D}" dt="2026-05-20T21:14:04.047" v="114" actId="20577"/>
        <pc:sldMkLst>
          <pc:docMk/>
          <pc:sldMk cId="1791759895" sldId="262"/>
        </pc:sldMkLst>
        <pc:spChg chg="mod ord">
          <ac:chgData name="Arends, Jenna" userId="S::jenna.arends@seattlecolleges.edu::f497a376-65b2-4a26-8242-5d524d5a13ef" providerId="AD" clId="Web-{B7B87EB8-BB3D-2C8F-DA0D-D4B507E1C22D}" dt="2026-05-20T19:58:50.203" v="73"/>
          <ac:spMkLst>
            <pc:docMk/>
            <pc:sldMk cId="1791759895" sldId="262"/>
            <ac:spMk id="3" creationId="{41447B37-9C33-075F-284B-C5E26764AB1E}"/>
          </ac:spMkLst>
        </pc:spChg>
      </pc:sldChg>
      <pc:sldChg chg="modSp add mod replId chgLayout">
        <pc:chgData name="Arends, Jenna" userId="S::jenna.arends@seattlecolleges.edu::f497a376-65b2-4a26-8242-5d524d5a13ef" providerId="AD" clId="Web-{B7B87EB8-BB3D-2C8F-DA0D-D4B507E1C22D}" dt="2026-05-20T19:59:24.828" v="81" actId="20577"/>
        <pc:sldMkLst>
          <pc:docMk/>
          <pc:sldMk cId="3946624978" sldId="263"/>
        </pc:sldMkLst>
        <pc:spChg chg="mod ord">
          <ac:chgData name="Arends, Jenna" userId="S::jenna.arends@seattlecolleges.edu::f497a376-65b2-4a26-8242-5d524d5a13ef" providerId="AD" clId="Web-{B7B87EB8-BB3D-2C8F-DA0D-D4B507E1C22D}" dt="2026-05-20T19:59:24.828" v="81" actId="20577"/>
          <ac:spMkLst>
            <pc:docMk/>
            <pc:sldMk cId="3946624978" sldId="263"/>
            <ac:spMk id="3" creationId="{80F78BA5-6326-C80F-EDBA-112CC2E198FC}"/>
          </ac:spMkLst>
        </pc:spChg>
      </pc:sldChg>
      <pc:sldChg chg="modSp add ord replId">
        <pc:chgData name="Arends, Jenna" userId="S::jenna.arends@seattlecolleges.edu::f497a376-65b2-4a26-8242-5d524d5a13ef" providerId="AD" clId="Web-{B7B87EB8-BB3D-2C8F-DA0D-D4B507E1C22D}" dt="2026-05-20T21:44:47.786" v="370" actId="20577"/>
        <pc:sldMkLst>
          <pc:docMk/>
          <pc:sldMk cId="1054716099" sldId="265"/>
        </pc:sldMkLst>
        <pc:spChg chg="mod">
          <ac:chgData name="Arends, Jenna" userId="S::jenna.arends@seattlecolleges.edu::f497a376-65b2-4a26-8242-5d524d5a13ef" providerId="AD" clId="Web-{B7B87EB8-BB3D-2C8F-DA0D-D4B507E1C22D}" dt="2026-05-20T20:00:23.328" v="95" actId="20577"/>
          <ac:spMkLst>
            <pc:docMk/>
            <pc:sldMk cId="1054716099" sldId="265"/>
            <ac:spMk id="3" creationId="{0803FD76-EA88-ACDA-A425-29575DAA41B6}"/>
          </ac:spMkLst>
        </pc:spChg>
      </pc:sldChg>
      <pc:sldChg chg="modSp new mod modClrScheme chgLayout">
        <pc:chgData name="Arends, Jenna" userId="S::jenna.arends@seattlecolleges.edu::f497a376-65b2-4a26-8242-5d524d5a13ef" providerId="AD" clId="Web-{B7B87EB8-BB3D-2C8F-DA0D-D4B507E1C22D}" dt="2026-05-20T21:14:29.313" v="117" actId="20577"/>
        <pc:sldMkLst>
          <pc:docMk/>
          <pc:sldMk cId="2577165356" sldId="266"/>
        </pc:sldMkLst>
        <pc:spChg chg="mod ord">
          <ac:chgData name="Arends, Jenna" userId="S::jenna.arends@seattlecolleges.edu::f497a376-65b2-4a26-8242-5d524d5a13ef" providerId="AD" clId="Web-{B7B87EB8-BB3D-2C8F-DA0D-D4B507E1C22D}" dt="2026-05-20T20:00:54.656" v="101" actId="20577"/>
          <ac:spMkLst>
            <pc:docMk/>
            <pc:sldMk cId="2577165356" sldId="266"/>
            <ac:spMk id="2" creationId="{2A2662A3-E6C1-DFA2-1B09-E9681F06A418}"/>
          </ac:spMkLst>
        </pc:spChg>
        <pc:spChg chg="mod ord">
          <ac:chgData name="Arends, Jenna" userId="S::jenna.arends@seattlecolleges.edu::f497a376-65b2-4a26-8242-5d524d5a13ef" providerId="AD" clId="Web-{B7B87EB8-BB3D-2C8F-DA0D-D4B507E1C22D}" dt="2026-05-20T21:14:29.313" v="117" actId="20577"/>
          <ac:spMkLst>
            <pc:docMk/>
            <pc:sldMk cId="2577165356" sldId="266"/>
            <ac:spMk id="3" creationId="{7BA0DB09-51E0-8D81-0642-1672162337EC}"/>
          </ac:spMkLst>
        </pc:spChg>
      </pc:sldChg>
      <pc:sldChg chg="add ord replId">
        <pc:chgData name="Arends, Jenna" userId="S::jenna.arends@seattlecolleges.edu::f497a376-65b2-4a26-8242-5d524d5a13ef" providerId="AD" clId="Web-{B7B87EB8-BB3D-2C8F-DA0D-D4B507E1C22D}" dt="2026-05-20T21:45:33.006" v="372"/>
        <pc:sldMkLst>
          <pc:docMk/>
          <pc:sldMk cId="2462246763" sldId="267"/>
        </pc:sldMkLst>
      </pc:sldChg>
    </pc:docChg>
  </pc:docChgLst>
  <pc:docChgLst>
    <pc:chgData name="Valenzuela, Armando" userId="S::armando.valenzuela@seattlecolleges.edu::2134e06d-9465-4875-9afe-95add53482c6" providerId="AD" clId="Web-{ED26418D-9CDC-FE16-ACC4-7F8FDF89F102}"/>
    <pc:docChg chg="modSld">
      <pc:chgData name="Valenzuela, Armando" userId="S::armando.valenzuela@seattlecolleges.edu::2134e06d-9465-4875-9afe-95add53482c6" providerId="AD" clId="Web-{ED26418D-9CDC-FE16-ACC4-7F8FDF89F102}" dt="2026-05-21T01:50:19.349" v="385" actId="20577"/>
      <pc:docMkLst>
        <pc:docMk/>
      </pc:docMkLst>
      <pc:sldChg chg="addSp delSp modSp">
        <pc:chgData name="Valenzuela, Armando" userId="S::armando.valenzuela@seattlecolleges.edu::2134e06d-9465-4875-9afe-95add53482c6" providerId="AD" clId="Web-{ED26418D-9CDC-FE16-ACC4-7F8FDF89F102}" dt="2026-05-21T01:49:49.005" v="382" actId="1076"/>
        <pc:sldMkLst>
          <pc:docMk/>
          <pc:sldMk cId="1791759895" sldId="262"/>
        </pc:sldMkLst>
        <pc:spChg chg="add mod">
          <ac:chgData name="Valenzuela, Armando" userId="S::armando.valenzuela@seattlecolleges.edu::2134e06d-9465-4875-9afe-95add53482c6" providerId="AD" clId="Web-{ED26418D-9CDC-FE16-ACC4-7F8FDF89F102}" dt="2026-05-21T01:49:49.005" v="382" actId="1076"/>
          <ac:spMkLst>
            <pc:docMk/>
            <pc:sldMk cId="1791759895" sldId="262"/>
            <ac:spMk id="4" creationId="{FE07A43A-2384-A138-4DA6-F6C89674C241}"/>
          </ac:spMkLst>
        </pc:spChg>
      </pc:sldChg>
      <pc:sldChg chg="addSp delSp modSp">
        <pc:chgData name="Valenzuela, Armando" userId="S::armando.valenzuela@seattlecolleges.edu::2134e06d-9465-4875-9afe-95add53482c6" providerId="AD" clId="Web-{ED26418D-9CDC-FE16-ACC4-7F8FDF89F102}" dt="2026-05-21T01:50:19.349" v="385" actId="20577"/>
        <pc:sldMkLst>
          <pc:docMk/>
          <pc:sldMk cId="3946624978" sldId="263"/>
        </pc:sldMkLst>
        <pc:spChg chg="add del mod">
          <ac:chgData name="Valenzuela, Armando" userId="S::armando.valenzuela@seattlecolleges.edu::2134e06d-9465-4875-9afe-95add53482c6" providerId="AD" clId="Web-{ED26418D-9CDC-FE16-ACC4-7F8FDF89F102}" dt="2026-05-21T01:50:19.349" v="385" actId="20577"/>
          <ac:spMkLst>
            <pc:docMk/>
            <pc:sldMk cId="3946624978" sldId="263"/>
            <ac:spMk id="4" creationId="{11EE6A96-9753-018B-63C0-A2B487A25549}"/>
          </ac:spMkLst>
        </pc:spChg>
      </pc:sldChg>
    </pc:docChg>
  </pc:docChgLst>
  <pc:docChgLst>
    <pc:chgData name="Valenzuela, Armando" userId="S::armando.valenzuela@seattlecolleges.edu::2134e06d-9465-4875-9afe-95add53482c6" providerId="AD" clId="Web-{161645D2-EB46-2FD8-3407-FC7EBB76884D}"/>
    <pc:docChg chg="modSld">
      <pc:chgData name="Valenzuela, Armando" userId="S::armando.valenzuela@seattlecolleges.edu::2134e06d-9465-4875-9afe-95add53482c6" providerId="AD" clId="Web-{161645D2-EB46-2FD8-3407-FC7EBB76884D}" dt="2026-06-13T02:47:01.150" v="4" actId="20577"/>
      <pc:docMkLst>
        <pc:docMk/>
      </pc:docMkLst>
      <pc:sldChg chg="modSp">
        <pc:chgData name="Valenzuela, Armando" userId="S::armando.valenzuela@seattlecolleges.edu::2134e06d-9465-4875-9afe-95add53482c6" providerId="AD" clId="Web-{161645D2-EB46-2FD8-3407-FC7EBB76884D}" dt="2026-06-13T02:47:01.150" v="4" actId="20577"/>
        <pc:sldMkLst>
          <pc:docMk/>
          <pc:sldMk cId="1936673984" sldId="268"/>
        </pc:sldMkLst>
        <pc:spChg chg="mod">
          <ac:chgData name="Valenzuela, Armando" userId="S::armando.valenzuela@seattlecolleges.edu::2134e06d-9465-4875-9afe-95add53482c6" providerId="AD" clId="Web-{161645D2-EB46-2FD8-3407-FC7EBB76884D}" dt="2026-06-13T02:47:01.150" v="4" actId="20577"/>
          <ac:spMkLst>
            <pc:docMk/>
            <pc:sldMk cId="1936673984" sldId="268"/>
            <ac:spMk id="5" creationId="{BB097480-A344-3DE7-3A5A-2FF793A1DA15}"/>
          </ac:spMkLst>
        </pc:spChg>
      </pc:sldChg>
    </pc:docChg>
  </pc:docChgLst>
  <pc:docChgLst>
    <pc:chgData name="Valenzuela, Armando" userId="S::armando.valenzuela@seattlecolleges.edu::2134e06d-9465-4875-9afe-95add53482c6" providerId="AD" clId="Web-{CB1FB71C-1043-2EBD-272B-4CDBA2285E5F}"/>
    <pc:docChg chg="modSld">
      <pc:chgData name="Valenzuela, Armando" userId="S::armando.valenzuela@seattlecolleges.edu::2134e06d-9465-4875-9afe-95add53482c6" providerId="AD" clId="Web-{CB1FB71C-1043-2EBD-272B-4CDBA2285E5F}" dt="2026-06-12T22:19:50.414" v="47" actId="20577"/>
      <pc:docMkLst>
        <pc:docMk/>
      </pc:docMkLst>
      <pc:sldChg chg="modSp">
        <pc:chgData name="Valenzuela, Armando" userId="S::armando.valenzuela@seattlecolleges.edu::2134e06d-9465-4875-9afe-95add53482c6" providerId="AD" clId="Web-{CB1FB71C-1043-2EBD-272B-4CDBA2285E5F}" dt="2026-06-12T22:19:09.180" v="30" actId="20577"/>
        <pc:sldMkLst>
          <pc:docMk/>
          <pc:sldMk cId="2610032145" sldId="261"/>
        </pc:sldMkLst>
        <pc:spChg chg="mod">
          <ac:chgData name="Valenzuela, Armando" userId="S::armando.valenzuela@seattlecolleges.edu::2134e06d-9465-4875-9afe-95add53482c6" providerId="AD" clId="Web-{CB1FB71C-1043-2EBD-272B-4CDBA2285E5F}" dt="2026-06-12T22:19:09.180" v="30" actId="20577"/>
          <ac:spMkLst>
            <pc:docMk/>
            <pc:sldMk cId="2610032145" sldId="261"/>
            <ac:spMk id="9" creationId="{EFC26AF7-659E-EF64-F53E-BFC42D366D51}"/>
          </ac:spMkLst>
        </pc:spChg>
      </pc:sldChg>
      <pc:sldChg chg="modSp">
        <pc:chgData name="Valenzuela, Armando" userId="S::armando.valenzuela@seattlecolleges.edu::2134e06d-9465-4875-9afe-95add53482c6" providerId="AD" clId="Web-{CB1FB71C-1043-2EBD-272B-4CDBA2285E5F}" dt="2026-06-12T22:19:50.414" v="47" actId="20577"/>
        <pc:sldMkLst>
          <pc:docMk/>
          <pc:sldMk cId="1936673984" sldId="268"/>
        </pc:sldMkLst>
        <pc:spChg chg="mod">
          <ac:chgData name="Valenzuela, Armando" userId="S::armando.valenzuela@seattlecolleges.edu::2134e06d-9465-4875-9afe-95add53482c6" providerId="AD" clId="Web-{CB1FB71C-1043-2EBD-272B-4CDBA2285E5F}" dt="2026-06-12T22:19:50.414" v="47" actId="20577"/>
          <ac:spMkLst>
            <pc:docMk/>
            <pc:sldMk cId="1936673984" sldId="268"/>
            <ac:spMk id="5" creationId="{BB097480-A344-3DE7-3A5A-2FF793A1DA15}"/>
          </ac:spMkLst>
        </pc:spChg>
      </pc:sldChg>
    </pc:docChg>
  </pc:docChgLst>
  <pc:docChgLst>
    <pc:chgData name="Arends, Jenna" userId="S::jenna.arends@seattlecolleges.edu::f497a376-65b2-4a26-8242-5d524d5a13ef" providerId="AD" clId="Web-{936F1D18-51FB-4FF1-9775-4DEF7C5D1A78}"/>
    <pc:docChg chg="addSld delSld modSld">
      <pc:chgData name="Arends, Jenna" userId="S::jenna.arends@seattlecolleges.edu::f497a376-65b2-4a26-8242-5d524d5a13ef" providerId="AD" clId="Web-{936F1D18-51FB-4FF1-9775-4DEF7C5D1A78}" dt="2026-05-20T19:45:34.295" v="41"/>
      <pc:docMkLst>
        <pc:docMk/>
      </pc:docMkLst>
      <pc:sldChg chg="modSp">
        <pc:chgData name="Arends, Jenna" userId="S::jenna.arends@seattlecolleges.edu::f497a376-65b2-4a26-8242-5d524d5a13ef" providerId="AD" clId="Web-{936F1D18-51FB-4FF1-9775-4DEF7C5D1A78}" dt="2026-05-20T19:23:53.359" v="37" actId="20577"/>
        <pc:sldMkLst>
          <pc:docMk/>
          <pc:sldMk cId="2329614230" sldId="260"/>
        </pc:sldMkLst>
        <pc:spChg chg="mod">
          <ac:chgData name="Arends, Jenna" userId="S::jenna.arends@seattlecolleges.edu::f497a376-65b2-4a26-8242-5d524d5a13ef" providerId="AD" clId="Web-{936F1D18-51FB-4FF1-9775-4DEF7C5D1A78}" dt="2026-05-20T19:23:53.359" v="37" actId="20577"/>
          <ac:spMkLst>
            <pc:docMk/>
            <pc:sldMk cId="2329614230" sldId="260"/>
            <ac:spMk id="3" creationId="{F01FB9CD-CBF7-C634-8B2F-5E2490FDF9F0}"/>
          </ac:spMkLst>
        </pc:spChg>
        <pc:spChg chg="mod">
          <ac:chgData name="Arends, Jenna" userId="S::jenna.arends@seattlecolleges.edu::f497a376-65b2-4a26-8242-5d524d5a13ef" providerId="AD" clId="Web-{936F1D18-51FB-4FF1-9775-4DEF7C5D1A78}" dt="2026-05-20T19:21:31.453" v="26" actId="20577"/>
          <ac:spMkLst>
            <pc:docMk/>
            <pc:sldMk cId="2329614230" sldId="260"/>
            <ac:spMk id="4" creationId="{D8319D33-1EDC-2FD6-1393-613ECEB01295}"/>
          </ac:spMkLst>
        </pc:spChg>
      </pc:sldChg>
    </pc:docChg>
  </pc:docChgLst>
  <pc:docChgLst>
    <pc:chgData name="Arends, Jenna" userId="S::jenna.arends@seattlecolleges.edu::f497a376-65b2-4a26-8242-5d524d5a13ef" providerId="AD" clId="Web-{C384DA4A-8FBA-8EAB-C12A-F7326D4173D8}"/>
    <pc:docChg chg="modSld">
      <pc:chgData name="Arends, Jenna" userId="S::jenna.arends@seattlecolleges.edu::f497a376-65b2-4a26-8242-5d524d5a13ef" providerId="AD" clId="Web-{C384DA4A-8FBA-8EAB-C12A-F7326D4173D8}" dt="2026-05-20T21:55:50.017" v="157"/>
      <pc:docMkLst>
        <pc:docMk/>
      </pc:docMkLst>
      <pc:sldChg chg="addSp delSp modSp">
        <pc:chgData name="Arends, Jenna" userId="S::jenna.arends@seattlecolleges.edu::f497a376-65b2-4a26-8242-5d524d5a13ef" providerId="AD" clId="Web-{C384DA4A-8FBA-8EAB-C12A-F7326D4173D8}" dt="2026-05-20T21:55:50.017" v="157"/>
        <pc:sldMkLst>
          <pc:docMk/>
          <pc:sldMk cId="2610032145" sldId="261"/>
        </pc:sldMkLst>
      </pc:sldChg>
      <pc:sldChg chg="modSp">
        <pc:chgData name="Arends, Jenna" userId="S::jenna.arends@seattlecolleges.edu::f497a376-65b2-4a26-8242-5d524d5a13ef" providerId="AD" clId="Web-{C384DA4A-8FBA-8EAB-C12A-F7326D4173D8}" dt="2026-05-20T21:52:51.344" v="142" actId="20577"/>
        <pc:sldMkLst>
          <pc:docMk/>
          <pc:sldMk cId="2577165356" sldId="266"/>
        </pc:sldMkLst>
        <pc:spChg chg="mod">
          <ac:chgData name="Arends, Jenna" userId="S::jenna.arends@seattlecolleges.edu::f497a376-65b2-4a26-8242-5d524d5a13ef" providerId="AD" clId="Web-{C384DA4A-8FBA-8EAB-C12A-F7326D4173D8}" dt="2026-05-20T21:52:51.344" v="142" actId="20577"/>
          <ac:spMkLst>
            <pc:docMk/>
            <pc:sldMk cId="2577165356" sldId="266"/>
            <ac:spMk id="3" creationId="{7BA0DB09-51E0-8D81-0642-1672162337EC}"/>
          </ac:spMkLst>
        </pc:spChg>
      </pc:sldChg>
      <pc:sldChg chg="delSp modSp mod chgLayout">
        <pc:chgData name="Arends, Jenna" userId="S::jenna.arends@seattlecolleges.edu::f497a376-65b2-4a26-8242-5d524d5a13ef" providerId="AD" clId="Web-{C384DA4A-8FBA-8EAB-C12A-F7326D4173D8}" dt="2026-05-20T21:46:04.685" v="2" actId="20577"/>
        <pc:sldMkLst>
          <pc:docMk/>
          <pc:sldMk cId="2462246763" sldId="267"/>
        </pc:sldMkLst>
        <pc:spChg chg="mod ord">
          <ac:chgData name="Arends, Jenna" userId="S::jenna.arends@seattlecolleges.edu::f497a376-65b2-4a26-8242-5d524d5a13ef" providerId="AD" clId="Web-{C384DA4A-8FBA-8EAB-C12A-F7326D4173D8}" dt="2026-05-20T21:46:04.685" v="2" actId="20577"/>
          <ac:spMkLst>
            <pc:docMk/>
            <pc:sldMk cId="2462246763" sldId="267"/>
            <ac:spMk id="2" creationId="{0E5888D2-070F-E543-0F0F-A596C2C285A6}"/>
          </ac:spMkLst>
        </pc:spChg>
      </pc:sldChg>
    </pc:docChg>
  </pc:docChgLst>
  <pc:docChgLst>
    <pc:chgData name="Arends, Jenna" userId="S::jenna.arends@seattlecolleges.edu::f497a376-65b2-4a26-8242-5d524d5a13ef" providerId="AD" clId="Web-{71F19053-C537-0235-105A-8AB4EE9E5F54}"/>
    <pc:docChg chg="modSld">
      <pc:chgData name="Arends, Jenna" userId="S::jenna.arends@seattlecolleges.edu::f497a376-65b2-4a26-8242-5d524d5a13ef" providerId="AD" clId="Web-{71F19053-C537-0235-105A-8AB4EE9E5F54}" dt="2026-05-20T22:27:16.187" v="478" actId="20577"/>
      <pc:docMkLst>
        <pc:docMk/>
      </pc:docMkLst>
      <pc:sldChg chg="modSp">
        <pc:chgData name="Arends, Jenna" userId="S::jenna.arends@seattlecolleges.edu::f497a376-65b2-4a26-8242-5d524d5a13ef" providerId="AD" clId="Web-{71F19053-C537-0235-105A-8AB4EE9E5F54}" dt="2026-05-20T22:25:35.032" v="441" actId="20577"/>
        <pc:sldMkLst>
          <pc:docMk/>
          <pc:sldMk cId="2329614230" sldId="260"/>
        </pc:sldMkLst>
        <pc:spChg chg="mod">
          <ac:chgData name="Arends, Jenna" userId="S::jenna.arends@seattlecolleges.edu::f497a376-65b2-4a26-8242-5d524d5a13ef" providerId="AD" clId="Web-{71F19053-C537-0235-105A-8AB4EE9E5F54}" dt="2026-05-20T22:25:35.032" v="441" actId="20577"/>
          <ac:spMkLst>
            <pc:docMk/>
            <pc:sldMk cId="2329614230" sldId="260"/>
            <ac:spMk id="3" creationId="{F01FB9CD-CBF7-C634-8B2F-5E2490FDF9F0}"/>
          </ac:spMkLst>
        </pc:spChg>
      </pc:sldChg>
      <pc:sldChg chg="addSp delSp modSp">
        <pc:chgData name="Arends, Jenna" userId="S::jenna.arends@seattlecolleges.edu::f497a376-65b2-4a26-8242-5d524d5a13ef" providerId="AD" clId="Web-{71F19053-C537-0235-105A-8AB4EE9E5F54}" dt="2026-05-20T22:27:16.187" v="478" actId="20577"/>
        <pc:sldMkLst>
          <pc:docMk/>
          <pc:sldMk cId="2610032145" sldId="261"/>
        </pc:sldMkLst>
        <pc:spChg chg="add mod">
          <ac:chgData name="Arends, Jenna" userId="S::jenna.arends@seattlecolleges.edu::f497a376-65b2-4a26-8242-5d524d5a13ef" providerId="AD" clId="Web-{71F19053-C537-0235-105A-8AB4EE9E5F54}" dt="2026-05-20T22:13:56.398" v="429" actId="1076"/>
          <ac:spMkLst>
            <pc:docMk/>
            <pc:sldMk cId="2610032145" sldId="261"/>
            <ac:spMk id="9" creationId="{EFC26AF7-659E-EF64-F53E-BFC42D366D51}"/>
          </ac:spMkLst>
        </pc:spChg>
        <pc:graphicFrameChg chg="add mod modGraphic">
          <ac:chgData name="Arends, Jenna" userId="S::jenna.arends@seattlecolleges.edu::f497a376-65b2-4a26-8242-5d524d5a13ef" providerId="AD" clId="Web-{71F19053-C537-0235-105A-8AB4EE9E5F54}" dt="2026-05-20T22:27:16.187" v="478" actId="20577"/>
          <ac:graphicFrameMkLst>
            <pc:docMk/>
            <pc:sldMk cId="2610032145" sldId="261"/>
            <ac:graphicFrameMk id="1284" creationId="{692788AF-1463-134F-D191-D5B5F2C0FF61}"/>
          </ac:graphicFrameMkLst>
        </pc:graphicFrameChg>
      </pc:sldChg>
      <pc:sldChg chg="addSp delSp modSp">
        <pc:chgData name="Arends, Jenna" userId="S::jenna.arends@seattlecolleges.edu::f497a376-65b2-4a26-8242-5d524d5a13ef" providerId="AD" clId="Web-{71F19053-C537-0235-105A-8AB4EE9E5F54}" dt="2026-05-20T22:02:22.483" v="192" actId="20577"/>
        <pc:sldMkLst>
          <pc:docMk/>
          <pc:sldMk cId="1791759895" sldId="262"/>
        </pc:sldMkLst>
      </pc:sldChg>
      <pc:sldChg chg="addSp delSp modSp">
        <pc:chgData name="Arends, Jenna" userId="S::jenna.arends@seattlecolleges.edu::f497a376-65b2-4a26-8242-5d524d5a13ef" providerId="AD" clId="Web-{71F19053-C537-0235-105A-8AB4EE9E5F54}" dt="2026-05-20T22:02:49.514" v="202" actId="20577"/>
        <pc:sldMkLst>
          <pc:docMk/>
          <pc:sldMk cId="3946624978" sldId="263"/>
        </pc:sldMkLst>
        <pc:spChg chg="add mod">
          <ac:chgData name="Arends, Jenna" userId="S::jenna.arends@seattlecolleges.edu::f497a376-65b2-4a26-8242-5d524d5a13ef" providerId="AD" clId="Web-{71F19053-C537-0235-105A-8AB4EE9E5F54}" dt="2026-05-20T22:02:49.514" v="202" actId="20577"/>
          <ac:spMkLst>
            <pc:docMk/>
            <pc:sldMk cId="3946624978" sldId="263"/>
            <ac:spMk id="4" creationId="{11EE6A96-9753-018B-63C0-A2B487A25549}"/>
          </ac:spMkLst>
        </pc:spChg>
      </pc:sldChg>
      <pc:sldChg chg="addSp delSp modSp">
        <pc:chgData name="Arends, Jenna" userId="S::jenna.arends@seattlecolleges.edu::f497a376-65b2-4a26-8242-5d524d5a13ef" providerId="AD" clId="Web-{71F19053-C537-0235-105A-8AB4EE9E5F54}" dt="2026-05-20T22:04:23.044" v="219" actId="20577"/>
        <pc:sldMkLst>
          <pc:docMk/>
          <pc:sldMk cId="1054716099" sldId="265"/>
        </pc:sldMkLst>
        <pc:spChg chg="add mod">
          <ac:chgData name="Arends, Jenna" userId="S::jenna.arends@seattlecolleges.edu::f497a376-65b2-4a26-8242-5d524d5a13ef" providerId="AD" clId="Web-{71F19053-C537-0235-105A-8AB4EE9E5F54}" dt="2026-05-20T22:04:23.044" v="219" actId="20577"/>
          <ac:spMkLst>
            <pc:docMk/>
            <pc:sldMk cId="1054716099" sldId="265"/>
            <ac:spMk id="6" creationId="{71B59EF5-F221-DC7D-6E7E-91C98051A61A}"/>
          </ac:spMkLst>
        </pc:spChg>
      </pc:sldChg>
    </pc:docChg>
  </pc:docChgLst>
  <pc:docChgLst>
    <pc:chgData name="Arends, Jenna" userId="S::jenna.arends@seattlecolleges.edu::f497a376-65b2-4a26-8242-5d524d5a13ef" providerId="AD" clId="Web-{A3D2C60F-A983-033D-744D-41D942EFD81D}"/>
    <pc:docChg chg="addSld modSld">
      <pc:chgData name="Arends, Jenna" userId="S::jenna.arends@seattlecolleges.edu::f497a376-65b2-4a26-8242-5d524d5a13ef" providerId="AD" clId="Web-{A3D2C60F-A983-033D-744D-41D942EFD81D}" dt="2026-05-23T04:56:42.097" v="68" actId="1076"/>
      <pc:docMkLst>
        <pc:docMk/>
      </pc:docMkLst>
      <pc:sldChg chg="addSp delSp modSp new">
        <pc:chgData name="Arends, Jenna" userId="S::jenna.arends@seattlecolleges.edu::f497a376-65b2-4a26-8242-5d524d5a13ef" providerId="AD" clId="Web-{A3D2C60F-A983-033D-744D-41D942EFD81D}" dt="2026-05-23T04:56:42.097" v="68" actId="1076"/>
        <pc:sldMkLst>
          <pc:docMk/>
          <pc:sldMk cId="1936673984" sldId="268"/>
        </pc:sldMkLst>
        <pc:spChg chg="add mod">
          <ac:chgData name="Arends, Jenna" userId="S::jenna.arends@seattlecolleges.edu::f497a376-65b2-4a26-8242-5d524d5a13ef" providerId="AD" clId="Web-{A3D2C60F-A983-033D-744D-41D942EFD81D}" dt="2026-05-23T04:56:42.097" v="68" actId="1076"/>
          <ac:spMkLst>
            <pc:docMk/>
            <pc:sldMk cId="1936673984" sldId="268"/>
            <ac:spMk id="5" creationId="{BB097480-A344-3DE7-3A5A-2FF793A1DA15}"/>
          </ac:spMkLst>
        </pc:spChg>
        <pc:spChg chg="add mod">
          <ac:chgData name="Arends, Jenna" userId="S::jenna.arends@seattlecolleges.edu::f497a376-65b2-4a26-8242-5d524d5a13ef" providerId="AD" clId="Web-{A3D2C60F-A983-033D-744D-41D942EFD81D}" dt="2026-05-23T04:56:31.378" v="66" actId="1076"/>
          <ac:spMkLst>
            <pc:docMk/>
            <pc:sldMk cId="1936673984" sldId="268"/>
            <ac:spMk id="6" creationId="{C988F24C-8FE5-8CBC-C60F-C64934BC7FE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F03513-E10C-4652-A2A7-766B40FBA0E5}" type="doc">
      <dgm:prSet loTypeId="urn:microsoft.com/office/officeart/2016/7/layout/BasicTimeline" loCatId="timeline" qsTypeId="urn:microsoft.com/office/officeart/2005/8/quickstyle/simple1" qsCatId="simple" csTypeId="urn:microsoft.com/office/officeart/2005/8/colors/colorful3" csCatId="colorful" phldr="1"/>
      <dgm:spPr/>
      <dgm:t>
        <a:bodyPr/>
        <a:lstStyle/>
        <a:p>
          <a:endParaRPr lang="en-US"/>
        </a:p>
      </dgm:t>
    </dgm:pt>
    <dgm:pt modelId="{82A23927-A254-469D-8FCE-23A46F2ECF2A}">
      <dgm:prSet phldrT="[Text]" phldr="0"/>
      <dgm:spPr/>
      <dgm:t>
        <a:bodyPr/>
        <a:lstStyle/>
        <a:p>
          <a:pPr>
            <a:defRPr b="1"/>
          </a:pPr>
          <a:r>
            <a:rPr lang="en-US" sz="1100" b="0" dirty="0">
              <a:latin typeface="Aptos Light"/>
              <a:ea typeface="Calibri"/>
              <a:cs typeface="Calibri"/>
            </a:rPr>
            <a:t>Last Quarter</a:t>
          </a:r>
        </a:p>
      </dgm:t>
    </dgm:pt>
    <dgm:pt modelId="{1180C714-FFE7-4693-A736-D5DA0D4272FA}" type="parTrans" cxnId="{752F86E3-DFE0-45A6-89F4-FDDCA688003A}">
      <dgm:prSet/>
      <dgm:spPr/>
      <dgm:t>
        <a:bodyPr/>
        <a:lstStyle/>
        <a:p>
          <a:endParaRPr lang="en-US"/>
        </a:p>
      </dgm:t>
    </dgm:pt>
    <dgm:pt modelId="{15CC71E0-6178-42DF-85CF-54613619320E}" type="sibTrans" cxnId="{752F86E3-DFE0-45A6-89F4-FDDCA688003A}">
      <dgm:prSet/>
      <dgm:spPr/>
      <dgm:t>
        <a:bodyPr/>
        <a:lstStyle/>
        <a:p>
          <a:endParaRPr lang="en-US"/>
        </a:p>
      </dgm:t>
    </dgm:pt>
    <dgm:pt modelId="{710FD87B-23AB-4BD8-B387-44CE3FB65074}">
      <dgm:prSet phldrT="[Text]" phldr="0"/>
      <dgm:spPr/>
      <dgm:t>
        <a:bodyPr/>
        <a:lstStyle/>
        <a:p>
          <a:r>
            <a:rPr lang="en-US" sz="700" b="0" dirty="0">
              <a:latin typeface="Aptos Light"/>
              <a:ea typeface="Calibri"/>
              <a:cs typeface="Calibri"/>
            </a:rPr>
            <a:t>NSC Merch Store</a:t>
          </a:r>
        </a:p>
      </dgm:t>
    </dgm:pt>
    <dgm:pt modelId="{FB445B70-BA96-4508-969E-BEDA318EE504}" type="parTrans" cxnId="{F3420718-F819-4627-B1A3-73221A4727B5}">
      <dgm:prSet/>
      <dgm:spPr/>
    </dgm:pt>
    <dgm:pt modelId="{E0704991-F88C-4702-92A1-1B1D3653D68B}" type="sibTrans" cxnId="{F3420718-F819-4627-B1A3-73221A4727B5}">
      <dgm:prSet/>
      <dgm:spPr/>
    </dgm:pt>
    <dgm:pt modelId="{8BACF15B-3A0D-4DCF-A58D-700A27D4C67C}">
      <dgm:prSet phldrT="[Text]" phldr="0"/>
      <dgm:spPr/>
      <dgm:t>
        <a:bodyPr/>
        <a:lstStyle/>
        <a:p>
          <a:pPr>
            <a:defRPr b="1"/>
          </a:pPr>
          <a:r>
            <a:rPr lang="en-US" sz="1100" b="0" dirty="0">
              <a:latin typeface="Aptos Light"/>
              <a:ea typeface="Calibri"/>
              <a:cs typeface="Calibri"/>
            </a:rPr>
            <a:t>This Quarter </a:t>
          </a:r>
        </a:p>
      </dgm:t>
    </dgm:pt>
    <dgm:pt modelId="{870F2FBC-1CA8-4F5E-8184-28FCD4F3F1CE}" type="parTrans" cxnId="{3499C512-C53C-4C36-9F37-E47451D691DA}">
      <dgm:prSet/>
      <dgm:spPr/>
    </dgm:pt>
    <dgm:pt modelId="{4C7B6E4C-F73C-4E1E-9F88-67EF8242937E}" type="sibTrans" cxnId="{3499C512-C53C-4C36-9F37-E47451D691DA}">
      <dgm:prSet/>
      <dgm:spPr/>
    </dgm:pt>
    <dgm:pt modelId="{06B32898-4624-4482-A0C0-81050838873B}">
      <dgm:prSet phldrT="[Text]" phldr="0"/>
      <dgm:spPr/>
      <dgm:t>
        <a:bodyPr/>
        <a:lstStyle/>
        <a:p>
          <a:r>
            <a:rPr lang="en-US" sz="700" b="0" dirty="0">
              <a:latin typeface="Aptos Light"/>
              <a:ea typeface="Calibri"/>
              <a:cs typeface="Calibri"/>
            </a:rPr>
            <a:t>NSC Merch Store Prototype</a:t>
          </a:r>
        </a:p>
      </dgm:t>
    </dgm:pt>
    <dgm:pt modelId="{121EE1BB-3465-4D90-94B6-45CB7027A46B}" type="parTrans" cxnId="{3A763D01-8F8B-494E-9854-CD9085E5ECCE}">
      <dgm:prSet/>
      <dgm:spPr/>
    </dgm:pt>
    <dgm:pt modelId="{0A010616-D120-4D19-A941-651E556C601D}" type="sibTrans" cxnId="{3A763D01-8F8B-494E-9854-CD9085E5ECCE}">
      <dgm:prSet/>
      <dgm:spPr/>
    </dgm:pt>
    <dgm:pt modelId="{4D7D5BDF-6756-42F4-9E10-20E8D1B527B9}">
      <dgm:prSet phldrT="[Text]" phldr="0"/>
      <dgm:spPr/>
      <dgm:t>
        <a:bodyPr/>
        <a:lstStyle/>
        <a:p>
          <a:pPr>
            <a:defRPr b="1"/>
          </a:pPr>
          <a:r>
            <a:rPr lang="en-US" sz="1100" b="0" dirty="0">
              <a:latin typeface="Aptos Light"/>
              <a:ea typeface="Calibri"/>
              <a:cs typeface="Calibri"/>
            </a:rPr>
            <a:t>This Week </a:t>
          </a:r>
        </a:p>
      </dgm:t>
    </dgm:pt>
    <dgm:pt modelId="{8C8B7416-1397-46CA-A4CD-12F623DAC273}" type="parTrans" cxnId="{A7EB68F8-0AE9-45D9-BFD6-D7196C8F740D}">
      <dgm:prSet/>
      <dgm:spPr/>
    </dgm:pt>
    <dgm:pt modelId="{2B1DEB6B-A913-4DD3-93FF-91B46C9F7BA1}" type="sibTrans" cxnId="{A7EB68F8-0AE9-45D9-BFD6-D7196C8F740D}">
      <dgm:prSet/>
      <dgm:spPr/>
    </dgm:pt>
    <dgm:pt modelId="{8425B3C2-B165-4A96-8168-C8A131301B59}">
      <dgm:prSet phldrT="[Text]" phldr="0"/>
      <dgm:spPr/>
      <dgm:t>
        <a:bodyPr/>
        <a:lstStyle/>
        <a:p>
          <a:r>
            <a:rPr lang="en-US" sz="700" b="0" dirty="0">
              <a:latin typeface="Aptos Light"/>
              <a:ea typeface="Calibri"/>
              <a:cs typeface="Calibri"/>
            </a:rPr>
            <a:t>Ecommerce Webpage</a:t>
          </a:r>
        </a:p>
      </dgm:t>
    </dgm:pt>
    <dgm:pt modelId="{6B55D3D4-69D9-4C18-B898-236A18A85DCA}" type="parTrans" cxnId="{54D715F5-DBC4-4EE2-8973-0898FB6DC1B2}">
      <dgm:prSet/>
      <dgm:spPr/>
    </dgm:pt>
    <dgm:pt modelId="{F9083EC7-3282-49BD-B871-FE8282D9FCD0}" type="sibTrans" cxnId="{54D715F5-DBC4-4EE2-8973-0898FB6DC1B2}">
      <dgm:prSet/>
      <dgm:spPr/>
    </dgm:pt>
    <dgm:pt modelId="{CA533D2D-63B3-4DCA-AE22-7591D674050E}" type="pres">
      <dgm:prSet presAssocID="{98F03513-E10C-4652-A2A7-766B40FBA0E5}" presName="root" presStyleCnt="0">
        <dgm:presLayoutVars>
          <dgm:chMax/>
          <dgm:chPref/>
          <dgm:animLvl val="lvl"/>
        </dgm:presLayoutVars>
      </dgm:prSet>
      <dgm:spPr/>
    </dgm:pt>
    <dgm:pt modelId="{1A689DBF-4D31-4F73-94D8-EA85A303446D}" type="pres">
      <dgm:prSet presAssocID="{98F03513-E10C-4652-A2A7-766B40FBA0E5}" presName="divider" presStyleLbl="fgAccFollowNode1" presStyleIdx="0" presStyleCnt="1"/>
      <dgm:spPr>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tailEnd type="triangle" w="lg" len="lg"/>
        </a:ln>
        <a:effectLst/>
      </dgm:spPr>
    </dgm:pt>
    <dgm:pt modelId="{7F3D044A-6C3A-4F33-BC1E-4C70BE6F8337}" type="pres">
      <dgm:prSet presAssocID="{98F03513-E10C-4652-A2A7-766B40FBA0E5}" presName="nodes" presStyleCnt="0">
        <dgm:presLayoutVars>
          <dgm:chMax/>
          <dgm:chPref/>
          <dgm:animLvl val="lvl"/>
        </dgm:presLayoutVars>
      </dgm:prSet>
      <dgm:spPr/>
    </dgm:pt>
    <dgm:pt modelId="{7D80D17A-9761-41D8-B6AE-A2807DFB6D34}" type="pres">
      <dgm:prSet presAssocID="{82A23927-A254-469D-8FCE-23A46F2ECF2A}" presName="composite" presStyleCnt="0"/>
      <dgm:spPr/>
    </dgm:pt>
    <dgm:pt modelId="{D47E9833-27FC-44DA-9CFC-EC7924C7E88B}" type="pres">
      <dgm:prSet presAssocID="{82A23927-A254-469D-8FCE-23A46F2ECF2A}" presName="L1TextContainer" presStyleLbl="revTx" presStyleIdx="0" presStyleCnt="3">
        <dgm:presLayoutVars>
          <dgm:chMax val="1"/>
          <dgm:chPref val="1"/>
          <dgm:bulletEnabled val="1"/>
        </dgm:presLayoutVars>
      </dgm:prSet>
      <dgm:spPr/>
    </dgm:pt>
    <dgm:pt modelId="{A220DC6D-E3AC-4519-B42B-49C59843EAE5}" type="pres">
      <dgm:prSet presAssocID="{82A23927-A254-469D-8FCE-23A46F2ECF2A}" presName="L2TextContainerWrapper" presStyleCnt="0">
        <dgm:presLayoutVars>
          <dgm:chMax val="0"/>
          <dgm:chPref val="0"/>
          <dgm:bulletEnabled val="1"/>
        </dgm:presLayoutVars>
      </dgm:prSet>
      <dgm:spPr/>
    </dgm:pt>
    <dgm:pt modelId="{1D852F4D-61CA-47C8-831C-D76CE7DDDC87}" type="pres">
      <dgm:prSet presAssocID="{82A23927-A254-469D-8FCE-23A46F2ECF2A}" presName="L2TextContainer" presStyleLbl="bgAcc1" presStyleIdx="0" presStyleCnt="3"/>
      <dgm:spPr/>
    </dgm:pt>
    <dgm:pt modelId="{BD8E1AF4-0FCD-4E9F-9ED8-44615337F3E6}" type="pres">
      <dgm:prSet presAssocID="{82A23927-A254-469D-8FCE-23A46F2ECF2A}" presName="FlexibleEmptyPlaceHolder" presStyleCnt="0"/>
      <dgm:spPr/>
    </dgm:pt>
    <dgm:pt modelId="{FDBD2724-CBD6-4E06-803D-45A4CBBAFC51}" type="pres">
      <dgm:prSet presAssocID="{82A23927-A254-469D-8FCE-23A46F2ECF2A}" presName="ConnectLine" presStyleLbl="sibTrans1D1" presStyleIdx="0" presStyleCnt="3"/>
      <dgm:spPr>
        <a:noFill/>
        <a:ln w="6350" cap="flat" cmpd="sng" algn="ctr">
          <a:solidFill>
            <a:schemeClr val="accent3">
              <a:hueOff val="0"/>
              <a:satOff val="0"/>
              <a:lumOff val="0"/>
              <a:alphaOff val="0"/>
            </a:schemeClr>
          </a:solidFill>
          <a:prstDash val="dash"/>
          <a:miter lim="800000"/>
        </a:ln>
        <a:effectLst/>
      </dgm:spPr>
    </dgm:pt>
    <dgm:pt modelId="{3800128B-F940-498D-BE10-B11748C41FF3}" type="pres">
      <dgm:prSet presAssocID="{82A23927-A254-469D-8FCE-23A46F2ECF2A}" presName="ConnectorPoint" presStyleLbl="alignNode1" presStyleIdx="0" presStyleCnt="3"/>
      <dgm:spPr/>
    </dgm:pt>
    <dgm:pt modelId="{C7BCB6FC-4CA4-4B7C-9E3F-93E1BD99491F}" type="pres">
      <dgm:prSet presAssocID="{82A23927-A254-469D-8FCE-23A46F2ECF2A}" presName="EmptyPlaceHolder" presStyleCnt="0"/>
      <dgm:spPr/>
    </dgm:pt>
    <dgm:pt modelId="{43367F2E-4AAD-4628-8F41-104B011772BC}" type="pres">
      <dgm:prSet presAssocID="{15CC71E0-6178-42DF-85CF-54613619320E}" presName="spaceBetweenRectangles" presStyleCnt="0"/>
      <dgm:spPr/>
    </dgm:pt>
    <dgm:pt modelId="{8DFAAAAC-38E8-40DB-B5C4-984980CD0417}" type="pres">
      <dgm:prSet presAssocID="{8BACF15B-3A0D-4DCF-A58D-700A27D4C67C}" presName="composite" presStyleCnt="0"/>
      <dgm:spPr/>
    </dgm:pt>
    <dgm:pt modelId="{E92B3346-596A-4CA8-B309-2D2FD491B4C4}" type="pres">
      <dgm:prSet presAssocID="{8BACF15B-3A0D-4DCF-A58D-700A27D4C67C}" presName="L1TextContainer" presStyleLbl="revTx" presStyleIdx="1" presStyleCnt="3">
        <dgm:presLayoutVars>
          <dgm:chMax val="1"/>
          <dgm:chPref val="1"/>
          <dgm:bulletEnabled val="1"/>
        </dgm:presLayoutVars>
      </dgm:prSet>
      <dgm:spPr/>
    </dgm:pt>
    <dgm:pt modelId="{910517D5-8666-4E5B-B898-C7FB83149AE1}" type="pres">
      <dgm:prSet presAssocID="{8BACF15B-3A0D-4DCF-A58D-700A27D4C67C}" presName="L2TextContainerWrapper" presStyleCnt="0">
        <dgm:presLayoutVars>
          <dgm:chMax val="0"/>
          <dgm:chPref val="0"/>
          <dgm:bulletEnabled val="1"/>
        </dgm:presLayoutVars>
      </dgm:prSet>
      <dgm:spPr/>
    </dgm:pt>
    <dgm:pt modelId="{5808501D-D686-4786-83F9-9592E118E82B}" type="pres">
      <dgm:prSet presAssocID="{8BACF15B-3A0D-4DCF-A58D-700A27D4C67C}" presName="L2TextContainer" presStyleLbl="bgAcc1" presStyleIdx="1" presStyleCnt="3"/>
      <dgm:spPr/>
    </dgm:pt>
    <dgm:pt modelId="{CC2C7C5F-0CFD-466E-9DAB-42D733A8BBA8}" type="pres">
      <dgm:prSet presAssocID="{8BACF15B-3A0D-4DCF-A58D-700A27D4C67C}" presName="FlexibleEmptyPlaceHolder" presStyleCnt="0"/>
      <dgm:spPr/>
    </dgm:pt>
    <dgm:pt modelId="{9810ABEB-563C-4D52-8585-9DB028ED3576}" type="pres">
      <dgm:prSet presAssocID="{8BACF15B-3A0D-4DCF-A58D-700A27D4C67C}" presName="ConnectLine" presStyleLbl="sibTrans1D1" presStyleIdx="1" presStyleCnt="3"/>
      <dgm:spPr>
        <a:noFill/>
        <a:ln w="6350" cap="flat" cmpd="sng" algn="ctr">
          <a:solidFill>
            <a:schemeClr val="accent3">
              <a:hueOff val="1006767"/>
              <a:satOff val="0"/>
              <a:lumOff val="-1912"/>
              <a:alphaOff val="0"/>
            </a:schemeClr>
          </a:solidFill>
          <a:prstDash val="dash"/>
          <a:miter lim="800000"/>
        </a:ln>
        <a:effectLst/>
      </dgm:spPr>
    </dgm:pt>
    <dgm:pt modelId="{84E8FEA6-C40D-4CA5-8DE2-FED2FC4CF4F5}" type="pres">
      <dgm:prSet presAssocID="{8BACF15B-3A0D-4DCF-A58D-700A27D4C67C}" presName="ConnectorPoint" presStyleLbl="alignNode1" presStyleIdx="1" presStyleCnt="3"/>
      <dgm:spPr/>
    </dgm:pt>
    <dgm:pt modelId="{5FFA8DF2-9D3A-4EC2-B6EA-8B4FF0220CAB}" type="pres">
      <dgm:prSet presAssocID="{8BACF15B-3A0D-4DCF-A58D-700A27D4C67C}" presName="EmptyPlaceHolder" presStyleCnt="0"/>
      <dgm:spPr/>
    </dgm:pt>
    <dgm:pt modelId="{8355E77A-535E-4407-90C6-6A3CF4D932B8}" type="pres">
      <dgm:prSet presAssocID="{4C7B6E4C-F73C-4E1E-9F88-67EF8242937E}" presName="spaceBetweenRectangles" presStyleCnt="0"/>
      <dgm:spPr/>
    </dgm:pt>
    <dgm:pt modelId="{B1BE15AC-5C91-4B13-AECA-90C43ECF06C4}" type="pres">
      <dgm:prSet presAssocID="{4D7D5BDF-6756-42F4-9E10-20E8D1B527B9}" presName="composite" presStyleCnt="0"/>
      <dgm:spPr/>
    </dgm:pt>
    <dgm:pt modelId="{7CF60C4E-5EE5-4E49-A66C-04BE012C9891}" type="pres">
      <dgm:prSet presAssocID="{4D7D5BDF-6756-42F4-9E10-20E8D1B527B9}" presName="L1TextContainer" presStyleLbl="revTx" presStyleIdx="2" presStyleCnt="3">
        <dgm:presLayoutVars>
          <dgm:chMax val="1"/>
          <dgm:chPref val="1"/>
          <dgm:bulletEnabled val="1"/>
        </dgm:presLayoutVars>
      </dgm:prSet>
      <dgm:spPr/>
    </dgm:pt>
    <dgm:pt modelId="{F4F9497B-53D1-451C-B212-6188A9890580}" type="pres">
      <dgm:prSet presAssocID="{4D7D5BDF-6756-42F4-9E10-20E8D1B527B9}" presName="L2TextContainerWrapper" presStyleCnt="0">
        <dgm:presLayoutVars>
          <dgm:chMax val="0"/>
          <dgm:chPref val="0"/>
          <dgm:bulletEnabled val="1"/>
        </dgm:presLayoutVars>
      </dgm:prSet>
      <dgm:spPr/>
    </dgm:pt>
    <dgm:pt modelId="{B43C010C-A62F-4AB2-8A7C-C5636E8DEA96}" type="pres">
      <dgm:prSet presAssocID="{4D7D5BDF-6756-42F4-9E10-20E8D1B527B9}" presName="L2TextContainer" presStyleLbl="bgAcc1" presStyleIdx="2" presStyleCnt="3"/>
      <dgm:spPr/>
    </dgm:pt>
    <dgm:pt modelId="{459509D8-8A83-4305-95E7-1312554B8B7A}" type="pres">
      <dgm:prSet presAssocID="{4D7D5BDF-6756-42F4-9E10-20E8D1B527B9}" presName="FlexibleEmptyPlaceHolder" presStyleCnt="0"/>
      <dgm:spPr/>
    </dgm:pt>
    <dgm:pt modelId="{181D83FC-4B47-42E0-841D-C9EB761631F3}" type="pres">
      <dgm:prSet presAssocID="{4D7D5BDF-6756-42F4-9E10-20E8D1B527B9}" presName="ConnectLine" presStyleLbl="sibTrans1D1" presStyleIdx="2" presStyleCnt="3"/>
      <dgm:spPr>
        <a:noFill/>
        <a:ln w="6350" cap="flat" cmpd="sng" algn="ctr">
          <a:solidFill>
            <a:schemeClr val="accent3">
              <a:hueOff val="4027068"/>
              <a:satOff val="0"/>
              <a:lumOff val="-7647"/>
              <a:alphaOff val="0"/>
            </a:schemeClr>
          </a:solidFill>
          <a:prstDash val="dash"/>
          <a:miter lim="800000"/>
        </a:ln>
        <a:effectLst/>
      </dgm:spPr>
    </dgm:pt>
    <dgm:pt modelId="{1FE6988B-35B4-4603-8310-E51B10553721}" type="pres">
      <dgm:prSet presAssocID="{4D7D5BDF-6756-42F4-9E10-20E8D1B527B9}" presName="ConnectorPoint" presStyleLbl="alignNode1" presStyleIdx="2" presStyleCnt="3"/>
      <dgm:spPr/>
    </dgm:pt>
    <dgm:pt modelId="{C643A4C1-BB4F-4C9A-9E94-1030EFBF5D3A}" type="pres">
      <dgm:prSet presAssocID="{4D7D5BDF-6756-42F4-9E10-20E8D1B527B9}" presName="EmptyPlaceHolder" presStyleCnt="0"/>
      <dgm:spPr/>
    </dgm:pt>
  </dgm:ptLst>
  <dgm:cxnLst>
    <dgm:cxn modelId="{3A763D01-8F8B-494E-9854-CD9085E5ECCE}" srcId="{8BACF15B-3A0D-4DCF-A58D-700A27D4C67C}" destId="{06B32898-4624-4482-A0C0-81050838873B}" srcOrd="0" destOrd="0" parTransId="{121EE1BB-3465-4D90-94B6-45CB7027A46B}" sibTransId="{0A010616-D120-4D19-A941-651E556C601D}"/>
    <dgm:cxn modelId="{C558A904-B07C-442B-AA1B-05E511F669D8}" type="presOf" srcId="{82A23927-A254-469D-8FCE-23A46F2ECF2A}" destId="{D47E9833-27FC-44DA-9CFC-EC7924C7E88B}" srcOrd="0" destOrd="0" presId="urn:microsoft.com/office/officeart/2016/7/layout/BasicTimeline"/>
    <dgm:cxn modelId="{3499C512-C53C-4C36-9F37-E47451D691DA}" srcId="{98F03513-E10C-4652-A2A7-766B40FBA0E5}" destId="{8BACF15B-3A0D-4DCF-A58D-700A27D4C67C}" srcOrd="1" destOrd="0" parTransId="{870F2FBC-1CA8-4F5E-8184-28FCD4F3F1CE}" sibTransId="{4C7B6E4C-F73C-4E1E-9F88-67EF8242937E}"/>
    <dgm:cxn modelId="{F3420718-F819-4627-B1A3-73221A4727B5}" srcId="{82A23927-A254-469D-8FCE-23A46F2ECF2A}" destId="{710FD87B-23AB-4BD8-B387-44CE3FB65074}" srcOrd="0" destOrd="0" parTransId="{FB445B70-BA96-4508-969E-BEDA318EE504}" sibTransId="{E0704991-F88C-4702-92A1-1B1D3653D68B}"/>
    <dgm:cxn modelId="{1A2E3D18-3759-41E5-BD5F-A50E536BADB4}" type="presOf" srcId="{8BACF15B-3A0D-4DCF-A58D-700A27D4C67C}" destId="{E92B3346-596A-4CA8-B309-2D2FD491B4C4}" srcOrd="0" destOrd="0" presId="urn:microsoft.com/office/officeart/2016/7/layout/BasicTimeline"/>
    <dgm:cxn modelId="{54F0C019-75FC-4A9C-B4E7-45D7CFCE65A1}" type="presOf" srcId="{98F03513-E10C-4652-A2A7-766B40FBA0E5}" destId="{CA533D2D-63B3-4DCA-AE22-7591D674050E}" srcOrd="0" destOrd="0" presId="urn:microsoft.com/office/officeart/2016/7/layout/BasicTimeline"/>
    <dgm:cxn modelId="{8964F681-7D86-461A-A26C-FB7DDE85ABE3}" type="presOf" srcId="{8425B3C2-B165-4A96-8168-C8A131301B59}" destId="{B43C010C-A62F-4AB2-8A7C-C5636E8DEA96}" srcOrd="0" destOrd="0" presId="urn:microsoft.com/office/officeart/2016/7/layout/BasicTimeline"/>
    <dgm:cxn modelId="{C047A99F-593A-47BB-9B30-E1D3D37BAB92}" type="presOf" srcId="{710FD87B-23AB-4BD8-B387-44CE3FB65074}" destId="{1D852F4D-61CA-47C8-831C-D76CE7DDDC87}" srcOrd="0" destOrd="0" presId="urn:microsoft.com/office/officeart/2016/7/layout/BasicTimeline"/>
    <dgm:cxn modelId="{879E13BD-965B-422C-97FC-4DB0C21F7E87}" type="presOf" srcId="{4D7D5BDF-6756-42F4-9E10-20E8D1B527B9}" destId="{7CF60C4E-5EE5-4E49-A66C-04BE012C9891}" srcOrd="0" destOrd="0" presId="urn:microsoft.com/office/officeart/2016/7/layout/BasicTimeline"/>
    <dgm:cxn modelId="{89CBB4CE-09D8-411C-A188-0BCE38A87D44}" type="presOf" srcId="{06B32898-4624-4482-A0C0-81050838873B}" destId="{5808501D-D686-4786-83F9-9592E118E82B}" srcOrd="0" destOrd="0" presId="urn:microsoft.com/office/officeart/2016/7/layout/BasicTimeline"/>
    <dgm:cxn modelId="{752F86E3-DFE0-45A6-89F4-FDDCA688003A}" srcId="{98F03513-E10C-4652-A2A7-766B40FBA0E5}" destId="{82A23927-A254-469D-8FCE-23A46F2ECF2A}" srcOrd="0" destOrd="0" parTransId="{1180C714-FFE7-4693-A736-D5DA0D4272FA}" sibTransId="{15CC71E0-6178-42DF-85CF-54613619320E}"/>
    <dgm:cxn modelId="{54D715F5-DBC4-4EE2-8973-0898FB6DC1B2}" srcId="{4D7D5BDF-6756-42F4-9E10-20E8D1B527B9}" destId="{8425B3C2-B165-4A96-8168-C8A131301B59}" srcOrd="0" destOrd="0" parTransId="{6B55D3D4-69D9-4C18-B898-236A18A85DCA}" sibTransId="{F9083EC7-3282-49BD-B871-FE8282D9FCD0}"/>
    <dgm:cxn modelId="{A7EB68F8-0AE9-45D9-BFD6-D7196C8F740D}" srcId="{98F03513-E10C-4652-A2A7-766B40FBA0E5}" destId="{4D7D5BDF-6756-42F4-9E10-20E8D1B527B9}" srcOrd="2" destOrd="0" parTransId="{8C8B7416-1397-46CA-A4CD-12F623DAC273}" sibTransId="{2B1DEB6B-A913-4DD3-93FF-91B46C9F7BA1}"/>
    <dgm:cxn modelId="{A57414AE-EB58-453C-9C61-74F29D7CE57B}" type="presParOf" srcId="{CA533D2D-63B3-4DCA-AE22-7591D674050E}" destId="{1A689DBF-4D31-4F73-94D8-EA85A303446D}" srcOrd="0" destOrd="0" presId="urn:microsoft.com/office/officeart/2016/7/layout/BasicTimeline"/>
    <dgm:cxn modelId="{B3620A9F-40BF-4A5D-9236-533508D198EA}" type="presParOf" srcId="{CA533D2D-63B3-4DCA-AE22-7591D674050E}" destId="{7F3D044A-6C3A-4F33-BC1E-4C70BE6F8337}" srcOrd="1" destOrd="0" presId="urn:microsoft.com/office/officeart/2016/7/layout/BasicTimeline"/>
    <dgm:cxn modelId="{8F040669-0DE9-4A62-AE4F-A732D5B77954}" type="presParOf" srcId="{7F3D044A-6C3A-4F33-BC1E-4C70BE6F8337}" destId="{7D80D17A-9761-41D8-B6AE-A2807DFB6D34}" srcOrd="0" destOrd="0" presId="urn:microsoft.com/office/officeart/2016/7/layout/BasicTimeline"/>
    <dgm:cxn modelId="{2EB97AF2-A22A-4CA7-A8E5-2C885AF26B3C}" type="presParOf" srcId="{7D80D17A-9761-41D8-B6AE-A2807DFB6D34}" destId="{D47E9833-27FC-44DA-9CFC-EC7924C7E88B}" srcOrd="0" destOrd="0" presId="urn:microsoft.com/office/officeart/2016/7/layout/BasicTimeline"/>
    <dgm:cxn modelId="{500943A5-95FF-4926-B49D-EF369C7DD3DF}" type="presParOf" srcId="{7D80D17A-9761-41D8-B6AE-A2807DFB6D34}" destId="{A220DC6D-E3AC-4519-B42B-49C59843EAE5}" srcOrd="1" destOrd="0" presId="urn:microsoft.com/office/officeart/2016/7/layout/BasicTimeline"/>
    <dgm:cxn modelId="{6148EE08-ECE3-4052-BD4F-B651BE3D172E}" type="presParOf" srcId="{A220DC6D-E3AC-4519-B42B-49C59843EAE5}" destId="{1D852F4D-61CA-47C8-831C-D76CE7DDDC87}" srcOrd="0" destOrd="0" presId="urn:microsoft.com/office/officeart/2016/7/layout/BasicTimeline"/>
    <dgm:cxn modelId="{32CC3553-61B3-4B57-82B0-DBFA135BEBB2}" type="presParOf" srcId="{A220DC6D-E3AC-4519-B42B-49C59843EAE5}" destId="{BD8E1AF4-0FCD-4E9F-9ED8-44615337F3E6}" srcOrd="1" destOrd="0" presId="urn:microsoft.com/office/officeart/2016/7/layout/BasicTimeline"/>
    <dgm:cxn modelId="{83B57211-9E0C-438B-8D2D-5F082E1A3A53}" type="presParOf" srcId="{7D80D17A-9761-41D8-B6AE-A2807DFB6D34}" destId="{FDBD2724-CBD6-4E06-803D-45A4CBBAFC51}" srcOrd="2" destOrd="0" presId="urn:microsoft.com/office/officeart/2016/7/layout/BasicTimeline"/>
    <dgm:cxn modelId="{F72D7A45-235A-48A8-9D28-3B42088A51F7}" type="presParOf" srcId="{7D80D17A-9761-41D8-B6AE-A2807DFB6D34}" destId="{3800128B-F940-498D-BE10-B11748C41FF3}" srcOrd="3" destOrd="0" presId="urn:microsoft.com/office/officeart/2016/7/layout/BasicTimeline"/>
    <dgm:cxn modelId="{4FDDB430-E412-4139-BF7A-BC5F0375DED3}" type="presParOf" srcId="{7D80D17A-9761-41D8-B6AE-A2807DFB6D34}" destId="{C7BCB6FC-4CA4-4B7C-9E3F-93E1BD99491F}" srcOrd="4" destOrd="0" presId="urn:microsoft.com/office/officeart/2016/7/layout/BasicTimeline"/>
    <dgm:cxn modelId="{595A7039-A85B-4784-B34F-C1A626993D8E}" type="presParOf" srcId="{7F3D044A-6C3A-4F33-BC1E-4C70BE6F8337}" destId="{43367F2E-4AAD-4628-8F41-104B011772BC}" srcOrd="1" destOrd="0" presId="urn:microsoft.com/office/officeart/2016/7/layout/BasicTimeline"/>
    <dgm:cxn modelId="{F86F081E-B8BC-4075-8915-15C73CDA3C32}" type="presParOf" srcId="{7F3D044A-6C3A-4F33-BC1E-4C70BE6F8337}" destId="{8DFAAAAC-38E8-40DB-B5C4-984980CD0417}" srcOrd="2" destOrd="0" presId="urn:microsoft.com/office/officeart/2016/7/layout/BasicTimeline"/>
    <dgm:cxn modelId="{9F5CC97B-4AFB-4E35-9087-80B24893A52B}" type="presParOf" srcId="{8DFAAAAC-38E8-40DB-B5C4-984980CD0417}" destId="{E92B3346-596A-4CA8-B309-2D2FD491B4C4}" srcOrd="0" destOrd="0" presId="urn:microsoft.com/office/officeart/2016/7/layout/BasicTimeline"/>
    <dgm:cxn modelId="{C81F67EB-7B8D-4AD4-A558-ACF36308E397}" type="presParOf" srcId="{8DFAAAAC-38E8-40DB-B5C4-984980CD0417}" destId="{910517D5-8666-4E5B-B898-C7FB83149AE1}" srcOrd="1" destOrd="0" presId="urn:microsoft.com/office/officeart/2016/7/layout/BasicTimeline"/>
    <dgm:cxn modelId="{F9D5846F-C457-4E80-9185-C1FA5F75E9B3}" type="presParOf" srcId="{910517D5-8666-4E5B-B898-C7FB83149AE1}" destId="{5808501D-D686-4786-83F9-9592E118E82B}" srcOrd="0" destOrd="0" presId="urn:microsoft.com/office/officeart/2016/7/layout/BasicTimeline"/>
    <dgm:cxn modelId="{B899432A-769D-432C-8193-3090307880BB}" type="presParOf" srcId="{910517D5-8666-4E5B-B898-C7FB83149AE1}" destId="{CC2C7C5F-0CFD-466E-9DAB-42D733A8BBA8}" srcOrd="1" destOrd="0" presId="urn:microsoft.com/office/officeart/2016/7/layout/BasicTimeline"/>
    <dgm:cxn modelId="{6BF59DC7-04C0-467F-BF30-906E6BC50279}" type="presParOf" srcId="{8DFAAAAC-38E8-40DB-B5C4-984980CD0417}" destId="{9810ABEB-563C-4D52-8585-9DB028ED3576}" srcOrd="2" destOrd="0" presId="urn:microsoft.com/office/officeart/2016/7/layout/BasicTimeline"/>
    <dgm:cxn modelId="{44C605E6-73D6-4599-8CE4-FF3F6DE012CD}" type="presParOf" srcId="{8DFAAAAC-38E8-40DB-B5C4-984980CD0417}" destId="{84E8FEA6-C40D-4CA5-8DE2-FED2FC4CF4F5}" srcOrd="3" destOrd="0" presId="urn:microsoft.com/office/officeart/2016/7/layout/BasicTimeline"/>
    <dgm:cxn modelId="{7B1C987B-87F8-4390-9140-62C52A22586B}" type="presParOf" srcId="{8DFAAAAC-38E8-40DB-B5C4-984980CD0417}" destId="{5FFA8DF2-9D3A-4EC2-B6EA-8B4FF0220CAB}" srcOrd="4" destOrd="0" presId="urn:microsoft.com/office/officeart/2016/7/layout/BasicTimeline"/>
    <dgm:cxn modelId="{EDBE8B78-917E-41EF-9B95-DA2403C3A650}" type="presParOf" srcId="{7F3D044A-6C3A-4F33-BC1E-4C70BE6F8337}" destId="{8355E77A-535E-4407-90C6-6A3CF4D932B8}" srcOrd="3" destOrd="0" presId="urn:microsoft.com/office/officeart/2016/7/layout/BasicTimeline"/>
    <dgm:cxn modelId="{8DDA75F6-52B5-4852-865D-0614D8135316}" type="presParOf" srcId="{7F3D044A-6C3A-4F33-BC1E-4C70BE6F8337}" destId="{B1BE15AC-5C91-4B13-AECA-90C43ECF06C4}" srcOrd="4" destOrd="0" presId="urn:microsoft.com/office/officeart/2016/7/layout/BasicTimeline"/>
    <dgm:cxn modelId="{608DBB36-0E3A-40F6-9103-20DE05E819BB}" type="presParOf" srcId="{B1BE15AC-5C91-4B13-AECA-90C43ECF06C4}" destId="{7CF60C4E-5EE5-4E49-A66C-04BE012C9891}" srcOrd="0" destOrd="0" presId="urn:microsoft.com/office/officeart/2016/7/layout/BasicTimeline"/>
    <dgm:cxn modelId="{B392D957-1916-44D5-B39F-7B3050529717}" type="presParOf" srcId="{B1BE15AC-5C91-4B13-AECA-90C43ECF06C4}" destId="{F4F9497B-53D1-451C-B212-6188A9890580}" srcOrd="1" destOrd="0" presId="urn:microsoft.com/office/officeart/2016/7/layout/BasicTimeline"/>
    <dgm:cxn modelId="{F361C5A0-C8A7-4F18-B19D-53CA07980C7A}" type="presParOf" srcId="{F4F9497B-53D1-451C-B212-6188A9890580}" destId="{B43C010C-A62F-4AB2-8A7C-C5636E8DEA96}" srcOrd="0" destOrd="0" presId="urn:microsoft.com/office/officeart/2016/7/layout/BasicTimeline"/>
    <dgm:cxn modelId="{7ECF1081-D0D5-4D98-A849-A4193433239A}" type="presParOf" srcId="{F4F9497B-53D1-451C-B212-6188A9890580}" destId="{459509D8-8A83-4305-95E7-1312554B8B7A}" srcOrd="1" destOrd="0" presId="urn:microsoft.com/office/officeart/2016/7/layout/BasicTimeline"/>
    <dgm:cxn modelId="{07BDD4C7-671F-43C5-8FDB-846090BA5FC7}" type="presParOf" srcId="{B1BE15AC-5C91-4B13-AECA-90C43ECF06C4}" destId="{181D83FC-4B47-42E0-841D-C9EB761631F3}" srcOrd="2" destOrd="0" presId="urn:microsoft.com/office/officeart/2016/7/layout/BasicTimeline"/>
    <dgm:cxn modelId="{73C713CC-68EE-437F-874D-8DDA8D12446A}" type="presParOf" srcId="{B1BE15AC-5C91-4B13-AECA-90C43ECF06C4}" destId="{1FE6988B-35B4-4603-8310-E51B10553721}" srcOrd="3" destOrd="0" presId="urn:microsoft.com/office/officeart/2016/7/layout/BasicTimeline"/>
    <dgm:cxn modelId="{F31F0891-6507-47B3-A441-E8C4E56A1382}" type="presParOf" srcId="{B1BE15AC-5C91-4B13-AECA-90C43ECF06C4}" destId="{C643A4C1-BB4F-4C9A-9E94-1030EFBF5D3A}"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689DBF-4D31-4F73-94D8-EA85A303446D}">
      <dsp:nvSpPr>
        <dsp:cNvPr id="0" name=""/>
        <dsp:cNvSpPr/>
      </dsp:nvSpPr>
      <dsp:spPr>
        <a:xfrm>
          <a:off x="0" y="2017206"/>
          <a:ext cx="5560086" cy="0"/>
        </a:xfrm>
        <a:prstGeom prst="line">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D47E9833-27FC-44DA-9CFC-EC7924C7E88B}">
      <dsp:nvSpPr>
        <dsp:cNvPr id="0" name=""/>
        <dsp:cNvSpPr/>
      </dsp:nvSpPr>
      <dsp:spPr>
        <a:xfrm>
          <a:off x="154857" y="2166479"/>
          <a:ext cx="2264866" cy="4558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b="0" kern="1200" dirty="0">
              <a:latin typeface="Aptos Light"/>
              <a:ea typeface="Calibri"/>
              <a:cs typeface="Calibri"/>
            </a:rPr>
            <a:t>Last Quarter</a:t>
          </a:r>
        </a:p>
      </dsp:txBody>
      <dsp:txXfrm>
        <a:off x="154857" y="2166479"/>
        <a:ext cx="2264866" cy="455888"/>
      </dsp:txXfrm>
    </dsp:sp>
    <dsp:sp modelId="{1D852F4D-61CA-47C8-831C-D76CE7DDDC87}">
      <dsp:nvSpPr>
        <dsp:cNvPr id="0" name=""/>
        <dsp:cNvSpPr/>
      </dsp:nvSpPr>
      <dsp:spPr>
        <a:xfrm>
          <a:off x="434" y="562800"/>
          <a:ext cx="2573711" cy="687867"/>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Aptos Light"/>
              <a:ea typeface="Calibri"/>
              <a:cs typeface="Calibri"/>
            </a:rPr>
            <a:t>NSC Merch Store</a:t>
          </a:r>
        </a:p>
      </dsp:txBody>
      <dsp:txXfrm>
        <a:off x="34013" y="596379"/>
        <a:ext cx="2506553" cy="620709"/>
      </dsp:txXfrm>
    </dsp:sp>
    <dsp:sp modelId="{FDBD2724-CBD6-4E06-803D-45A4CBBAFC51}">
      <dsp:nvSpPr>
        <dsp:cNvPr id="0" name=""/>
        <dsp:cNvSpPr/>
      </dsp:nvSpPr>
      <dsp:spPr>
        <a:xfrm>
          <a:off x="1287290" y="1250668"/>
          <a:ext cx="0" cy="766538"/>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92B3346-596A-4CA8-B309-2D2FD491B4C4}">
      <dsp:nvSpPr>
        <dsp:cNvPr id="0" name=""/>
        <dsp:cNvSpPr/>
      </dsp:nvSpPr>
      <dsp:spPr>
        <a:xfrm>
          <a:off x="1647609" y="1412044"/>
          <a:ext cx="2264866" cy="4558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b="0" kern="1200" dirty="0">
              <a:latin typeface="Aptos Light"/>
              <a:ea typeface="Calibri"/>
              <a:cs typeface="Calibri"/>
            </a:rPr>
            <a:t>This Quarter </a:t>
          </a:r>
        </a:p>
      </dsp:txBody>
      <dsp:txXfrm>
        <a:off x="1647609" y="1412044"/>
        <a:ext cx="2264866" cy="455888"/>
      </dsp:txXfrm>
    </dsp:sp>
    <dsp:sp modelId="{3800128B-F940-498D-BE10-B11748C41FF3}">
      <dsp:nvSpPr>
        <dsp:cNvPr id="0" name=""/>
        <dsp:cNvSpPr/>
      </dsp:nvSpPr>
      <dsp:spPr>
        <a:xfrm>
          <a:off x="1257032" y="1986948"/>
          <a:ext cx="60516" cy="6051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08501D-D686-4786-83F9-9592E118E82B}">
      <dsp:nvSpPr>
        <dsp:cNvPr id="0" name=""/>
        <dsp:cNvSpPr/>
      </dsp:nvSpPr>
      <dsp:spPr>
        <a:xfrm>
          <a:off x="1493187" y="2783744"/>
          <a:ext cx="2573711" cy="687867"/>
        </a:xfrm>
        <a:prstGeom prst="roundRect">
          <a:avLst/>
        </a:prstGeom>
        <a:solidFill>
          <a:schemeClr val="lt1">
            <a:alpha val="90000"/>
            <a:hueOff val="0"/>
            <a:satOff val="0"/>
            <a:lumOff val="0"/>
            <a:alphaOff val="0"/>
          </a:schemeClr>
        </a:solidFill>
        <a:ln w="12700" cap="flat" cmpd="sng" algn="ctr">
          <a:solidFill>
            <a:schemeClr val="accent3">
              <a:hueOff val="2013534"/>
              <a:satOff val="0"/>
              <a:lumOff val="-382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Aptos Light"/>
              <a:ea typeface="Calibri"/>
              <a:cs typeface="Calibri"/>
            </a:rPr>
            <a:t>NSC Merch Store Prototype</a:t>
          </a:r>
        </a:p>
      </dsp:txBody>
      <dsp:txXfrm>
        <a:off x="1526766" y="2817323"/>
        <a:ext cx="2506553" cy="620709"/>
      </dsp:txXfrm>
    </dsp:sp>
    <dsp:sp modelId="{9810ABEB-563C-4D52-8585-9DB028ED3576}">
      <dsp:nvSpPr>
        <dsp:cNvPr id="0" name=""/>
        <dsp:cNvSpPr/>
      </dsp:nvSpPr>
      <dsp:spPr>
        <a:xfrm>
          <a:off x="2780043" y="2017206"/>
          <a:ext cx="0" cy="766538"/>
        </a:xfrm>
        <a:prstGeom prst="line">
          <a:avLst/>
        </a:prstGeom>
        <a:noFill/>
        <a:ln w="6350" cap="flat" cmpd="sng" algn="ctr">
          <a:solidFill>
            <a:schemeClr val="accent3">
              <a:hueOff val="1006767"/>
              <a:satOff val="0"/>
              <a:lumOff val="-1912"/>
              <a:alphaOff val="0"/>
            </a:schemeClr>
          </a:solidFill>
          <a:prstDash val="dash"/>
          <a:miter lim="800000"/>
        </a:ln>
        <a:effectLst/>
      </dsp:spPr>
      <dsp:style>
        <a:lnRef idx="1">
          <a:scrgbClr r="0" g="0" b="0"/>
        </a:lnRef>
        <a:fillRef idx="0">
          <a:scrgbClr r="0" g="0" b="0"/>
        </a:fillRef>
        <a:effectRef idx="0">
          <a:scrgbClr r="0" g="0" b="0"/>
        </a:effectRef>
        <a:fontRef idx="minor"/>
      </dsp:style>
    </dsp:sp>
    <dsp:sp modelId="{7CF60C4E-5EE5-4E49-A66C-04BE012C9891}">
      <dsp:nvSpPr>
        <dsp:cNvPr id="0" name=""/>
        <dsp:cNvSpPr/>
      </dsp:nvSpPr>
      <dsp:spPr>
        <a:xfrm>
          <a:off x="3140362" y="2166479"/>
          <a:ext cx="2264866" cy="4558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b="0" kern="1200" dirty="0">
              <a:latin typeface="Aptos Light"/>
              <a:ea typeface="Calibri"/>
              <a:cs typeface="Calibri"/>
            </a:rPr>
            <a:t>This Week </a:t>
          </a:r>
        </a:p>
      </dsp:txBody>
      <dsp:txXfrm>
        <a:off x="3140362" y="2166479"/>
        <a:ext cx="2264866" cy="455888"/>
      </dsp:txXfrm>
    </dsp:sp>
    <dsp:sp modelId="{84E8FEA6-C40D-4CA5-8DE2-FED2FC4CF4F5}">
      <dsp:nvSpPr>
        <dsp:cNvPr id="0" name=""/>
        <dsp:cNvSpPr/>
      </dsp:nvSpPr>
      <dsp:spPr>
        <a:xfrm>
          <a:off x="2749784" y="1986948"/>
          <a:ext cx="60516" cy="60516"/>
        </a:xfrm>
        <a:prstGeom prst="ellipse">
          <a:avLst/>
        </a:prstGeom>
        <a:solidFill>
          <a:schemeClr val="accent3">
            <a:hueOff val="2013534"/>
            <a:satOff val="0"/>
            <a:lumOff val="-3824"/>
            <a:alphaOff val="0"/>
          </a:schemeClr>
        </a:solidFill>
        <a:ln w="12700" cap="flat" cmpd="sng" algn="ctr">
          <a:solidFill>
            <a:schemeClr val="accent3">
              <a:hueOff val="2013534"/>
              <a:satOff val="0"/>
              <a:lumOff val="-382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3C010C-A62F-4AB2-8A7C-C5636E8DEA96}">
      <dsp:nvSpPr>
        <dsp:cNvPr id="0" name=""/>
        <dsp:cNvSpPr/>
      </dsp:nvSpPr>
      <dsp:spPr>
        <a:xfrm>
          <a:off x="2985939" y="562800"/>
          <a:ext cx="2573711" cy="687867"/>
        </a:xfrm>
        <a:prstGeom prst="roundRect">
          <a:avLst/>
        </a:prstGeom>
        <a:solidFill>
          <a:schemeClr val="lt1">
            <a:alpha val="90000"/>
            <a:hueOff val="0"/>
            <a:satOff val="0"/>
            <a:lumOff val="0"/>
            <a:alphaOff val="0"/>
          </a:schemeClr>
        </a:solidFill>
        <a:ln w="12700" cap="flat" cmpd="sng" algn="ctr">
          <a:solidFill>
            <a:schemeClr val="accent3">
              <a:hueOff val="4027068"/>
              <a:satOff val="0"/>
              <a:lumOff val="-764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Aptos Light"/>
              <a:ea typeface="Calibri"/>
              <a:cs typeface="Calibri"/>
            </a:rPr>
            <a:t>Ecommerce Webpage</a:t>
          </a:r>
        </a:p>
      </dsp:txBody>
      <dsp:txXfrm>
        <a:off x="3019518" y="596379"/>
        <a:ext cx="2506553" cy="620709"/>
      </dsp:txXfrm>
    </dsp:sp>
    <dsp:sp modelId="{181D83FC-4B47-42E0-841D-C9EB761631F3}">
      <dsp:nvSpPr>
        <dsp:cNvPr id="0" name=""/>
        <dsp:cNvSpPr/>
      </dsp:nvSpPr>
      <dsp:spPr>
        <a:xfrm>
          <a:off x="4272795" y="1250668"/>
          <a:ext cx="0" cy="766538"/>
        </a:xfrm>
        <a:prstGeom prst="line">
          <a:avLst/>
        </a:prstGeom>
        <a:noFill/>
        <a:ln w="6350" cap="flat" cmpd="sng" algn="ctr">
          <a:solidFill>
            <a:schemeClr val="accent3">
              <a:hueOff val="4027068"/>
              <a:satOff val="0"/>
              <a:lumOff val="-7647"/>
              <a:alphaOff val="0"/>
            </a:schemeClr>
          </a:solidFill>
          <a:prstDash val="dash"/>
          <a:miter lim="800000"/>
        </a:ln>
        <a:effectLst/>
      </dsp:spPr>
      <dsp:style>
        <a:lnRef idx="1">
          <a:scrgbClr r="0" g="0" b="0"/>
        </a:lnRef>
        <a:fillRef idx="0">
          <a:scrgbClr r="0" g="0" b="0"/>
        </a:fillRef>
        <a:effectRef idx="0">
          <a:scrgbClr r="0" g="0" b="0"/>
        </a:effectRef>
        <a:fontRef idx="minor"/>
      </dsp:style>
    </dsp:sp>
    <dsp:sp modelId="{1FE6988B-35B4-4603-8310-E51B10553721}">
      <dsp:nvSpPr>
        <dsp:cNvPr id="0" name=""/>
        <dsp:cNvSpPr/>
      </dsp:nvSpPr>
      <dsp:spPr>
        <a:xfrm>
          <a:off x="4242537" y="1986948"/>
          <a:ext cx="60516" cy="60516"/>
        </a:xfrm>
        <a:prstGeom prst="ellipse">
          <a:avLst/>
        </a:prstGeom>
        <a:solidFill>
          <a:schemeClr val="accent3">
            <a:hueOff val="4027068"/>
            <a:satOff val="0"/>
            <a:lumOff val="-7647"/>
            <a:alphaOff val="0"/>
          </a:schemeClr>
        </a:solidFill>
        <a:ln w="12700" cap="flat" cmpd="sng" algn="ctr">
          <a:solidFill>
            <a:schemeClr val="accent3">
              <a:hueOff val="4027068"/>
              <a:satOff val="0"/>
              <a:lumOff val="-764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6/12/2026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6/12/2026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close up of a colorful background&#10;&#10;AI-generated content may be incorrect.">
            <a:extLst>
              <a:ext uri="{FF2B5EF4-FFF2-40B4-BE49-F238E27FC236}">
                <a16:creationId xmlns:a16="http://schemas.microsoft.com/office/drawing/2014/main" id="{C9D2B7C3-93C4-3719-D2A9-FBE9AFC2A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2054227"/>
            <a:ext cx="8229600" cy="4727574"/>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57200"/>
            <a:ext cx="3424518" cy="1139825"/>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0"/>
            <a:ext cx="1295400" cy="381000"/>
          </a:xfrm>
        </p:spPr>
        <p:txBody>
          <a:bodyPr/>
          <a:lstStyle/>
          <a:p>
            <a:fld id="{B3CFBE15-E4BE-4B42-AEEE-ED6C6B9CFCE2}" type="datetime1">
              <a:rPr lang="en-US" smtClean="0"/>
              <a:t>6/12/2026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5788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6/12/2026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229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5031BA-FE29-1272-03FA-2B84A99174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5257800"/>
            <a:ext cx="11277600" cy="685800"/>
          </a:xfrm>
          <a:prstGeom prst="rect">
            <a:avLst/>
          </a:prstGeom>
        </p:spPr>
        <p:txBody>
          <a:bodyPr vert="horz" lIns="91440" tIns="45720" rIns="91440" bIns="45720" rtlCol="0" anchor="t">
            <a:normAutofit/>
          </a:bodyPr>
          <a:lstStyle>
            <a:lvl1pPr>
              <a:defRPr lang="en-US" sz="6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6019799"/>
            <a:ext cx="11277598" cy="38100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9EF7764-3766-AD43-917F-3181D2483C36}" type="datetime1">
              <a:rPr lang="en-US" smtClean="0"/>
              <a:t>6/12/2026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10" name="Picture Placeholder 4">
            <a:extLst>
              <a:ext uri="{FF2B5EF4-FFF2-40B4-BE49-F238E27FC236}">
                <a16:creationId xmlns:a16="http://schemas.microsoft.com/office/drawing/2014/main" id="{7071A80C-9405-B736-DA8E-7C6B87617DC7}"/>
              </a:ext>
            </a:extLst>
          </p:cNvPr>
          <p:cNvSpPr>
            <a:spLocks noGrp="1"/>
          </p:cNvSpPr>
          <p:nvPr>
            <p:ph type="pic" sz="quarter" idx="17" hasCustomPrompt="1"/>
          </p:nvPr>
        </p:nvSpPr>
        <p:spPr>
          <a:xfrm>
            <a:off x="457200" y="457199"/>
            <a:ext cx="11274552" cy="4572001"/>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46071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E88507-42ED-EBB5-0C22-CA3A46666A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52" y="3175"/>
            <a:ext cx="12186353" cy="6854823"/>
          </a:xfrm>
          <a:custGeom>
            <a:avLst/>
            <a:gdLst>
              <a:gd name="csX0" fmla="*/ 0 w 12186355"/>
              <a:gd name="csY0" fmla="*/ 0 h 6854824"/>
              <a:gd name="csX1" fmla="*/ 12186355 w 12186355"/>
              <a:gd name="csY1" fmla="*/ 0 h 6854824"/>
              <a:gd name="csX2" fmla="*/ 12186355 w 12186355"/>
              <a:gd name="csY2" fmla="*/ 454025 h 6854824"/>
              <a:gd name="csX3" fmla="*/ 4798004 w 12186355"/>
              <a:gd name="csY3" fmla="*/ 454025 h 6854824"/>
              <a:gd name="csX4" fmla="*/ 4798004 w 12186355"/>
              <a:gd name="csY4" fmla="*/ 6397625 h 6854824"/>
              <a:gd name="csX5" fmla="*/ 12186355 w 12186355"/>
              <a:gd name="csY5" fmla="*/ 6397625 h 6854824"/>
              <a:gd name="csX6" fmla="*/ 12186355 w 12186355"/>
              <a:gd name="csY6" fmla="*/ 6854824 h 6854824"/>
              <a:gd name="csX7" fmla="*/ 0 w 12186355"/>
              <a:gd name="csY7" fmla="*/ 6854824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5" h="6854824">
                <a:moveTo>
                  <a:pt x="0" y="0"/>
                </a:moveTo>
                <a:lnTo>
                  <a:pt x="12186355" y="0"/>
                </a:lnTo>
                <a:lnTo>
                  <a:pt x="12186355" y="454025"/>
                </a:lnTo>
                <a:lnTo>
                  <a:pt x="4798004" y="454025"/>
                </a:lnTo>
                <a:lnTo>
                  <a:pt x="4798004" y="6397625"/>
                </a:lnTo>
                <a:lnTo>
                  <a:pt x="12186355" y="6397625"/>
                </a:lnTo>
                <a:lnTo>
                  <a:pt x="1218635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3886198" cy="4513974"/>
          </a:xfrm>
          <a:prstGeom prst="rect">
            <a:avLst/>
          </a:prstGeo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25200"/>
            <a:ext cx="3886200" cy="975600"/>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76200" y="76201"/>
            <a:ext cx="1295400" cy="380999"/>
          </a:xfrm>
        </p:spPr>
        <p:txBody>
          <a:bodyPr/>
          <a:lstStyle/>
          <a:p>
            <a:fld id="{BD2E1884-4CA3-F14A-A3FE-9D94D32D34BF}" type="datetime1">
              <a:rPr lang="en-US" smtClean="0"/>
              <a:t>6/12/2026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096000" y="76202"/>
            <a:ext cx="6019800" cy="365124"/>
          </a:xfrm>
        </p:spPr>
        <p:txBody>
          <a:bodyPr/>
          <a:lstStyle/>
          <a:p>
            <a:r>
              <a:rPr lang="en-US"/>
              <a:t>Sample Footer Text</a:t>
            </a:r>
          </a:p>
        </p:txBody>
      </p:sp>
      <p:sp>
        <p:nvSpPr>
          <p:cNvPr id="5" name="Picture Placeholder 10">
            <a:extLst>
              <a:ext uri="{FF2B5EF4-FFF2-40B4-BE49-F238E27FC236}">
                <a16:creationId xmlns:a16="http://schemas.microsoft.com/office/drawing/2014/main" id="{9B516699-87B0-CAF3-CAD8-AA40FF750A2A}"/>
              </a:ext>
            </a:extLst>
          </p:cNvPr>
          <p:cNvSpPr>
            <a:spLocks noGrp="1"/>
          </p:cNvSpPr>
          <p:nvPr>
            <p:ph type="pic" sz="quarter" idx="13" hasCustomPrompt="1"/>
          </p:nvPr>
        </p:nvSpPr>
        <p:spPr>
          <a:xfrm>
            <a:off x="4794950" y="457200"/>
            <a:ext cx="7388352"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820400" y="6416675"/>
            <a:ext cx="12954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1245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A396DB-37C9-E6F8-96EC-A98E709036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0 w 12186353"/>
              <a:gd name="csY0" fmla="*/ 6854824 h 6854824"/>
              <a:gd name="csX1" fmla="*/ 12186353 w 12186353"/>
              <a:gd name="csY1" fmla="*/ 6854824 h 6854824"/>
              <a:gd name="csX2" fmla="*/ 12186353 w 12186353"/>
              <a:gd name="csY2" fmla="*/ 0 h 6854824"/>
              <a:gd name="csX3" fmla="*/ 0 w 12186353"/>
              <a:gd name="csY3" fmla="*/ 0 h 6854824"/>
              <a:gd name="csX4" fmla="*/ 0 w 12186353"/>
              <a:gd name="csY4" fmla="*/ 457198 h 6854824"/>
              <a:gd name="csX5" fmla="*/ 7418624 w 12186353"/>
              <a:gd name="csY5" fmla="*/ 457198 h 6854824"/>
              <a:gd name="csX6" fmla="*/ 7418624 w 12186353"/>
              <a:gd name="csY6" fmla="*/ 6400798 h 6854824"/>
              <a:gd name="csX7" fmla="*/ 0 w 12186353"/>
              <a:gd name="csY7" fmla="*/ 6400798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4">
                <a:moveTo>
                  <a:pt x="0" y="6854824"/>
                </a:moveTo>
                <a:lnTo>
                  <a:pt x="12186353" y="6854824"/>
                </a:lnTo>
                <a:lnTo>
                  <a:pt x="12186353" y="0"/>
                </a:lnTo>
                <a:lnTo>
                  <a:pt x="0" y="0"/>
                </a:lnTo>
                <a:lnTo>
                  <a:pt x="0" y="457198"/>
                </a:lnTo>
                <a:lnTo>
                  <a:pt x="7418624" y="457198"/>
                </a:lnTo>
                <a:lnTo>
                  <a:pt x="7418624" y="6400798"/>
                </a:lnTo>
                <a:lnTo>
                  <a:pt x="0" y="6400798"/>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18702" y="1856835"/>
            <a:ext cx="3816098" cy="3048276"/>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2" y="5362310"/>
            <a:ext cx="3816098" cy="1026767"/>
          </a:xfrm>
        </p:spPr>
        <p:txBody>
          <a:bodyPr vert="horz" lIns="91440" tIns="45720" rIns="91440" bIns="45720" rtlCol="0">
            <a:normAutofit/>
          </a:bodyPr>
          <a:lstStyle>
            <a:lvl1pPr marL="0" indent="0">
              <a:lnSpc>
                <a:spcPct val="100000"/>
              </a:lnSpc>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DCB9363-2EBD-E747-A181-1D3A08C65245}" type="datetime1">
              <a:rPr lang="en-US" smtClean="0"/>
              <a:t>6/12/2026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9" name="Picture Placeholder 13">
            <a:extLst>
              <a:ext uri="{FF2B5EF4-FFF2-40B4-BE49-F238E27FC236}">
                <a16:creationId xmlns:a16="http://schemas.microsoft.com/office/drawing/2014/main" id="{29ACD8CA-973C-C07A-B4B5-1C33BD62674E}"/>
              </a:ext>
            </a:extLst>
          </p:cNvPr>
          <p:cNvSpPr>
            <a:spLocks noGrp="1"/>
          </p:cNvSpPr>
          <p:nvPr>
            <p:ph type="pic" sz="quarter" idx="14" hasCustomPrompt="1"/>
          </p:nvPr>
        </p:nvSpPr>
        <p:spPr>
          <a:xfrm>
            <a:off x="1" y="457200"/>
            <a:ext cx="742427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45665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CBD8CA-F53F-CFB6-D102-6C4CA833B8E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8229600" cy="5414681"/>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943599"/>
            <a:ext cx="10896600" cy="46168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87593"/>
            <a:ext cx="914400" cy="365125"/>
          </a:xfrm>
        </p:spPr>
        <p:txBody>
          <a:bodyPr/>
          <a:lstStyle/>
          <a:p>
            <a:fld id="{A43625EB-9CE7-FE4A-962B-ADA6590F06B0}" type="datetime1">
              <a:rPr lang="en-US" smtClean="0"/>
              <a:t>6/12/2026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310395" y="87593"/>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05803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17588" y="457200"/>
            <a:ext cx="8723871" cy="4419600"/>
          </a:xfrm>
          <a:prstGeom prst="rect">
            <a:avLst/>
          </a:prstGeom>
        </p:spPr>
        <p:txBody>
          <a:bodyPr anchor="b">
            <a:normAutofit/>
          </a:bodyPr>
          <a:lstStyle>
            <a:lvl1pPr algn="ctr">
              <a:defRPr sz="8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7100" y="5483226"/>
            <a:ext cx="5257800" cy="917574"/>
          </a:xfrm>
        </p:spPr>
        <p:txBody>
          <a:bodyPr anchor="b">
            <a:normAutofit/>
          </a:bodyPr>
          <a:lstStyle>
            <a:lvl1pPr marL="0" indent="0" algn="ct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8E0F305-9E38-2F43-A154-0A13A54C557F}" type="datetime1">
              <a:rPr lang="en-US" smtClean="0"/>
              <a:t>6/12/2026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62696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9" name="Title 8">
            <a:extLst>
              <a:ext uri="{FF2B5EF4-FFF2-40B4-BE49-F238E27FC236}">
                <a16:creationId xmlns:a16="http://schemas.microsoft.com/office/drawing/2014/main" id="{DDDC27D1-1506-B7FD-BBD8-570878A444FC}"/>
              </a:ext>
            </a:extLst>
          </p:cNvPr>
          <p:cNvSpPr>
            <a:spLocks noGrp="1"/>
          </p:cNvSpPr>
          <p:nvPr>
            <p:ph type="title"/>
          </p:nvPr>
        </p:nvSpPr>
        <p:spPr>
          <a:xfrm>
            <a:off x="457200" y="457200"/>
            <a:ext cx="7380952" cy="6277097"/>
          </a:xfrm>
        </p:spPr>
        <p:txBody>
          <a:bodyPr anchor="b"/>
          <a:lstStyle>
            <a:lvl1pP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95354" y="457200"/>
            <a:ext cx="3439445" cy="2971800"/>
          </a:xfrm>
        </p:spPr>
        <p:txBody>
          <a:bodyPr anchor="t">
            <a:normAutofit/>
          </a:bodyPr>
          <a:lstStyle>
            <a:lvl1pPr marL="0" indent="0" algn="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258CAE-C0F2-B346-BD4B-417B70F2F6EB}" type="datetime1">
              <a:rPr lang="en-US" smtClean="0"/>
              <a:t>6/12/2026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70324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2BFDAB-1042-6B32-CEEF-4E400B77CF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3174"/>
            <a:ext cx="12192002" cy="6854824"/>
          </a:xfrm>
          <a:custGeom>
            <a:avLst/>
            <a:gdLst>
              <a:gd name="csX0" fmla="*/ 0 w 5650525"/>
              <a:gd name="csY0" fmla="*/ 0 h 6854824"/>
              <a:gd name="csX1" fmla="*/ 5650525 w 5650525"/>
              <a:gd name="csY1" fmla="*/ 0 h 6854824"/>
              <a:gd name="csX2" fmla="*/ 5650525 w 5650525"/>
              <a:gd name="csY2" fmla="*/ 6854824 h 6854824"/>
              <a:gd name="csX3" fmla="*/ 0 w 5650525"/>
              <a:gd name="csY3" fmla="*/ 6854824 h 6854824"/>
            </a:gdLst>
            <a:ahLst/>
            <a:cxnLst>
              <a:cxn ang="0">
                <a:pos x="csX0" y="csY0"/>
              </a:cxn>
              <a:cxn ang="0">
                <a:pos x="csX1" y="csY1"/>
              </a:cxn>
              <a:cxn ang="0">
                <a:pos x="csX2" y="csY2"/>
              </a:cxn>
              <a:cxn ang="0">
                <a:pos x="csX3" y="csY3"/>
              </a:cxn>
            </a:cxnLst>
            <a:rect l="l" t="t" r="r" b="b"/>
            <a:pathLst>
              <a:path w="5650525" h="6854824">
                <a:moveTo>
                  <a:pt x="0" y="0"/>
                </a:moveTo>
                <a:lnTo>
                  <a:pt x="5650525" y="0"/>
                </a:lnTo>
                <a:lnTo>
                  <a:pt x="565052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7845553"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51EF5BDB-72C5-6C45-B365-DB2A3AA7E4EB}" type="datetime1">
              <a:rPr lang="en-US" smtClean="0"/>
              <a:t>6/12/2026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782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5063-D727-8995-60D3-02623A7C2A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9982201"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FF6B260B-9C30-8041-A127-55431CED219C}" type="datetime1">
              <a:rPr lang="en-US" smtClean="0"/>
              <a:t>6/12/2026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93427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E223EA-E781-514C-FE24-98349C5AF9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6386732"/>
              <a:gd name="csY0" fmla="*/ 0 h 6858000"/>
              <a:gd name="csX1" fmla="*/ 6386732 w 6386732"/>
              <a:gd name="csY1" fmla="*/ 0 h 6858000"/>
              <a:gd name="csX2" fmla="*/ 6386732 w 6386732"/>
              <a:gd name="csY2" fmla="*/ 6858000 h 6858000"/>
              <a:gd name="csX3" fmla="*/ 0 w 6386732"/>
              <a:gd name="csY3" fmla="*/ 6858000 h 6858000"/>
            </a:gdLst>
            <a:ahLst/>
            <a:cxnLst>
              <a:cxn ang="0">
                <a:pos x="csX0" y="csY0"/>
              </a:cxn>
              <a:cxn ang="0">
                <a:pos x="csX1" y="csY1"/>
              </a:cxn>
              <a:cxn ang="0">
                <a:pos x="csX2" y="csY2"/>
              </a:cxn>
              <a:cxn ang="0">
                <a:pos x="csX3" y="csY3"/>
              </a:cxn>
            </a:cxnLst>
            <a:rect l="l" t="t" r="r" b="b"/>
            <a:pathLst>
              <a:path w="6386732" h="6858000">
                <a:moveTo>
                  <a:pt x="0" y="0"/>
                </a:moveTo>
                <a:lnTo>
                  <a:pt x="6386732" y="0"/>
                </a:lnTo>
                <a:lnTo>
                  <a:pt x="6386732"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4200" y="457200"/>
            <a:ext cx="4800600" cy="2540756"/>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63FFE14-963B-F240-A047-D4733954729E}" type="datetime1">
              <a:rPr lang="en-US" smtClean="0"/>
              <a:t>6/12/2026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34200" y="3455158"/>
            <a:ext cx="4800600"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95338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6842E55-F2D0-924E-CEFB-721E6B52AAD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8718468" cy="2540756"/>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EC70E42-D83C-0945-8790-6453F9081E20}" type="datetime1">
              <a:rPr lang="en-US" smtClean="0"/>
              <a:t>6/12/2026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8718468"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52454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EFDED5-938A-286B-8D7B-122F48C83F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457200 h 6858000"/>
              <a:gd name="csX3" fmla="*/ 5715000 w 12192000"/>
              <a:gd name="csY3" fmla="*/ 457200 h 6858000"/>
              <a:gd name="csX4" fmla="*/ 5715000 w 12192000"/>
              <a:gd name="csY4" fmla="*/ 6400800 h 6858000"/>
              <a:gd name="csX5" fmla="*/ 12192000 w 12192000"/>
              <a:gd name="csY5" fmla="*/ 640080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457200"/>
                </a:lnTo>
                <a:lnTo>
                  <a:pt x="5715000" y="457200"/>
                </a:lnTo>
                <a:lnTo>
                  <a:pt x="5715000" y="6400800"/>
                </a:lnTo>
                <a:lnTo>
                  <a:pt x="12192000" y="6400800"/>
                </a:lnTo>
                <a:lnTo>
                  <a:pt x="12192000"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4800600" cy="2540758"/>
          </a:xfrm>
          <a:prstGeom prst="rect">
            <a:avLst/>
          </a:prstGeom>
        </p:spPr>
        <p:txBody>
          <a:bodyPr anchor="t">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C14B53C-24D5-7E4A-A014-94F398D5C635}" type="datetime1">
              <a:rPr lang="en-US" smtClean="0"/>
              <a:t>6/12/2026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4800601" cy="2945642"/>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CF711452-E8CD-4198-878F-62016D1DDAAE}"/>
              </a:ext>
            </a:extLst>
          </p:cNvPr>
          <p:cNvSpPr>
            <a:spLocks noGrp="1"/>
          </p:cNvSpPr>
          <p:nvPr>
            <p:ph type="pic" sz="quarter" idx="14" hasCustomPrompt="1"/>
          </p:nvPr>
        </p:nvSpPr>
        <p:spPr>
          <a:xfrm>
            <a:off x="5715000" y="457200"/>
            <a:ext cx="6480048" cy="5943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a:defRPr/>
            </a:lvl1pPr>
          </a:lstStyle>
          <a:p>
            <a:r>
              <a:rPr lang="en-US" dirty="0"/>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40891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04AEF0-FD49-9901-2650-A660E32BBD0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flipV="1">
            <a:off x="5649" y="3174"/>
            <a:ext cx="12186352" cy="6854823"/>
          </a:xfrm>
          <a:prstGeom prst="rect">
            <a:avLst/>
          </a:prstGeom>
        </p:spPr>
      </p:pic>
      <p:sp>
        <p:nvSpPr>
          <p:cNvPr id="9" name="Title 8">
            <a:extLst>
              <a:ext uri="{FF2B5EF4-FFF2-40B4-BE49-F238E27FC236}">
                <a16:creationId xmlns:a16="http://schemas.microsoft.com/office/drawing/2014/main" id="{1559CC2E-67E0-CD45-1923-3D29474D2A5B}"/>
              </a:ext>
            </a:extLst>
          </p:cNvPr>
          <p:cNvSpPr>
            <a:spLocks noGrp="1"/>
          </p:cNvSpPr>
          <p:nvPr>
            <p:ph type="title"/>
          </p:nvPr>
        </p:nvSpPr>
        <p:spPr>
          <a:xfrm>
            <a:off x="6934200" y="510298"/>
            <a:ext cx="4800600" cy="3381766"/>
          </a:xfr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23D06D-70B8-D14B-A67C-9271374366C3}" type="datetime1">
              <a:rPr lang="en-US" smtClean="0"/>
              <a:t>6/12/2026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1" name="Content Placeholder 11">
            <a:extLst>
              <a:ext uri="{FF2B5EF4-FFF2-40B4-BE49-F238E27FC236}">
                <a16:creationId xmlns:a16="http://schemas.microsoft.com/office/drawing/2014/main" id="{7EBA0937-B41B-914E-2AAC-46E2E3534AD2}"/>
              </a:ext>
            </a:extLst>
          </p:cNvPr>
          <p:cNvSpPr>
            <a:spLocks noGrp="1"/>
          </p:cNvSpPr>
          <p:nvPr>
            <p:ph sz="quarter" idx="15"/>
          </p:nvPr>
        </p:nvSpPr>
        <p:spPr>
          <a:xfrm>
            <a:off x="6934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7540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C589F9-B5E9-4B33-8105-9AC2FFA5989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8" name="Title 7">
            <a:extLst>
              <a:ext uri="{FF2B5EF4-FFF2-40B4-BE49-F238E27FC236}">
                <a16:creationId xmlns:a16="http://schemas.microsoft.com/office/drawing/2014/main" id="{CB78262B-02D6-47C9-67D0-07D0F3357461}"/>
              </a:ext>
            </a:extLst>
          </p:cNvPr>
          <p:cNvSpPr>
            <a:spLocks noGrp="1"/>
          </p:cNvSpPr>
          <p:nvPr>
            <p:ph type="title"/>
          </p:nvPr>
        </p:nvSpPr>
        <p:spPr>
          <a:xfrm>
            <a:off x="457200" y="908537"/>
            <a:ext cx="4800600" cy="2983527"/>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5AE1D74-C13D-F14A-9B9E-EB7933559C88}" type="datetime1">
              <a:rPr lang="en-US" smtClean="0"/>
              <a:t>6/12/2026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2" name="Content Placeholder 11">
            <a:extLst>
              <a:ext uri="{FF2B5EF4-FFF2-40B4-BE49-F238E27FC236}">
                <a16:creationId xmlns:a16="http://schemas.microsoft.com/office/drawing/2014/main" id="{2DBB5A5D-0276-D53B-63DA-FE8A52528AC6}"/>
              </a:ext>
            </a:extLst>
          </p:cNvPr>
          <p:cNvSpPr>
            <a:spLocks noGrp="1"/>
          </p:cNvSpPr>
          <p:nvPr>
            <p:ph sz="quarter" idx="15"/>
          </p:nvPr>
        </p:nvSpPr>
        <p:spPr>
          <a:xfrm>
            <a:off x="457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52501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84CEF6-557E-9804-CC9A-89809A5FF7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600200"/>
            <a:ext cx="3657600" cy="3657600"/>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4FB7707-CCB1-0246-9925-E5DB223369A7}" type="datetime1">
              <a:rPr lang="en-US" smtClean="0"/>
              <a:t>6/12/2026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9" name="Content Placeholder 7">
            <a:extLst>
              <a:ext uri="{FF2B5EF4-FFF2-40B4-BE49-F238E27FC236}">
                <a16:creationId xmlns:a16="http://schemas.microsoft.com/office/drawing/2014/main" id="{847EA967-03AF-58FD-4A3C-C4F2DD0449F3}"/>
              </a:ext>
            </a:extLst>
          </p:cNvPr>
          <p:cNvSpPr>
            <a:spLocks noGrp="1"/>
          </p:cNvSpPr>
          <p:nvPr>
            <p:ph sz="quarter" idx="14"/>
          </p:nvPr>
        </p:nvSpPr>
        <p:spPr>
          <a:xfrm>
            <a:off x="5105400" y="1600200"/>
            <a:ext cx="5565663" cy="3657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6907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BAAE26-8B0A-A488-121D-8BF5642E9046}"/>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AE76B46A-8201-CC4A-8088-50255B4B9D0D}" type="datetime1">
              <a:rPr lang="en-US" smtClean="0"/>
              <a:t>6/12/2026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05400" y="1386993"/>
            <a:ext cx="6629400" cy="4083579"/>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481966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60BFB7-1A46-3D6C-10AE-175CE77B8EBC}"/>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F2D9860-67F8-974D-8794-2C5A1B3DA504}" type="datetime1">
              <a:rPr lang="en-US" smtClean="0"/>
              <a:t>6/12/2026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05400" y="1050111"/>
            <a:ext cx="6629400" cy="4940661"/>
          </a:xfrm>
        </p:spPr>
        <p:txBody>
          <a:bodyPr anchor="ct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9153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DB91743-0D30-2350-EB44-06EFA20D93F8}"/>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8351A969-2D26-4F49-AF79-EF4D76632F71}" type="datetime1">
              <a:rPr lang="en-US" smtClean="0"/>
              <a:t>6/12/2026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7">
            <a:extLst>
              <a:ext uri="{FF2B5EF4-FFF2-40B4-BE49-F238E27FC236}">
                <a16:creationId xmlns:a16="http://schemas.microsoft.com/office/drawing/2014/main" id="{02E3AAFD-6A60-1D0B-28FF-0B5CB92D6A3C}"/>
              </a:ext>
            </a:extLst>
          </p:cNvPr>
          <p:cNvSpPr>
            <a:spLocks noGrp="1"/>
          </p:cNvSpPr>
          <p:nvPr>
            <p:ph sz="quarter" idx="14"/>
          </p:nvPr>
        </p:nvSpPr>
        <p:spPr>
          <a:xfrm>
            <a:off x="5105400" y="457200"/>
            <a:ext cx="6629400" cy="5943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32654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313C0D-237C-145D-6D99-0704931ED3D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3827047 w 12186352"/>
              <a:gd name="csY3" fmla="*/ 454026 h 6854823"/>
              <a:gd name="csX4" fmla="*/ 3827047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3827047" y="454026"/>
                </a:lnTo>
                <a:lnTo>
                  <a:pt x="3827047"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2102" y="457200"/>
            <a:ext cx="2887123" cy="2514601"/>
          </a:xfrm>
          <a:prstGeom prst="rect">
            <a:avLst/>
          </a:prstGeom>
        </p:spPr>
        <p:txBody>
          <a:bodyPr anchor="b"/>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83FCCD6-08E9-5F43-B78A-D6D06FA7D888}" type="datetime1">
              <a:rPr lang="en-US" smtClean="0"/>
              <a:t>6/12/2026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0999"/>
          </a:xfrm>
        </p:spPr>
        <p:txBody>
          <a:bodyPr/>
          <a:lstStyle/>
          <a:p>
            <a:r>
              <a:rPr lang="en-US" dirty="0"/>
              <a:t>Sample Footer Text</a:t>
            </a:r>
          </a:p>
        </p:txBody>
      </p:sp>
      <p:sp>
        <p:nvSpPr>
          <p:cNvPr id="11" name="Content Placeholder 7">
            <a:extLst>
              <a:ext uri="{FF2B5EF4-FFF2-40B4-BE49-F238E27FC236}">
                <a16:creationId xmlns:a16="http://schemas.microsoft.com/office/drawing/2014/main" id="{983E9A5C-C933-60D2-BA0B-5D63E2467D6A}"/>
              </a:ext>
            </a:extLst>
          </p:cNvPr>
          <p:cNvSpPr>
            <a:spLocks noGrp="1"/>
          </p:cNvSpPr>
          <p:nvPr>
            <p:ph sz="quarter" idx="15"/>
          </p:nvPr>
        </p:nvSpPr>
        <p:spPr>
          <a:xfrm>
            <a:off x="492102" y="3429000"/>
            <a:ext cx="2887123" cy="297179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9">
            <a:extLst>
              <a:ext uri="{FF2B5EF4-FFF2-40B4-BE49-F238E27FC236}">
                <a16:creationId xmlns:a16="http://schemas.microsoft.com/office/drawing/2014/main" id="{74DB69AA-A231-8C00-D853-CD5E094B0681}"/>
              </a:ext>
            </a:extLst>
          </p:cNvPr>
          <p:cNvSpPr>
            <a:spLocks noGrp="1"/>
          </p:cNvSpPr>
          <p:nvPr>
            <p:ph type="pic" sz="quarter" idx="13" hasCustomPrompt="1"/>
          </p:nvPr>
        </p:nvSpPr>
        <p:spPr>
          <a:xfrm>
            <a:off x="3832696" y="457200"/>
            <a:ext cx="8359305"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799"/>
            <a:ext cx="1295400" cy="381001"/>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675815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4FBE-6941-996E-732C-BE9042D03FA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4568825 h 6854823"/>
              <a:gd name="csX2" fmla="*/ 11729151 w 12186352"/>
              <a:gd name="csY2" fmla="*/ 4568825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4568825"/>
                </a:lnTo>
                <a:lnTo>
                  <a:pt x="11729151" y="4568825"/>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5029201"/>
            <a:ext cx="3810000" cy="1371600"/>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752D2-CCDE-DA48-AA88-B770548F7575}" type="datetime1">
              <a:rPr lang="en-US" smtClean="0"/>
              <a:t>6/12/2026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4D0830D9-CC27-C2C3-C727-D0E6E595B28C}"/>
              </a:ext>
            </a:extLst>
          </p:cNvPr>
          <p:cNvSpPr>
            <a:spLocks noGrp="1"/>
          </p:cNvSpPr>
          <p:nvPr>
            <p:ph type="pic" sz="quarter" idx="13" hasCustomPrompt="1"/>
          </p:nvPr>
        </p:nvSpPr>
        <p:spPr>
          <a:xfrm>
            <a:off x="457200" y="457200"/>
            <a:ext cx="11277600" cy="4114799"/>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18751" y="5029200"/>
            <a:ext cx="7016048" cy="1371600"/>
          </a:xfrm>
        </p:spPr>
        <p:txBody>
          <a:bodyPr vert="horz" lIns="91440" tIns="45720" rIns="91440" bIns="45720" rtlCol="0">
            <a:normAutofit/>
          </a:bodyPr>
          <a:lstStyle>
            <a:lvl1pPr marL="0" indent="0">
              <a:lnSpc>
                <a:spcPct val="100000"/>
              </a:lnSpc>
              <a:spcBef>
                <a:spcPts val="0"/>
              </a:spcBef>
              <a:buNone/>
              <a:defRPr lang="en-US" dirty="0"/>
            </a:lvl1pPr>
            <a:lvl2pPr marL="228600" indent="0">
              <a:lnSpc>
                <a:spcPct val="100000"/>
              </a:lnSpc>
              <a:spcBef>
                <a:spcPts val="0"/>
              </a:spcBef>
              <a:buNone/>
              <a:defRPr lang="en-US" dirty="0"/>
            </a:lvl2pPr>
            <a:lvl3pPr marL="457200" indent="0">
              <a:lnSpc>
                <a:spcPct val="100000"/>
              </a:lnSpc>
              <a:spcBef>
                <a:spcPts val="0"/>
              </a:spcBef>
              <a:buNone/>
              <a:defRPr lang="en-US" dirty="0"/>
            </a:lvl3pPr>
            <a:lvl4pPr marL="685800" indent="0">
              <a:lnSpc>
                <a:spcPct val="100000"/>
              </a:lnSpc>
              <a:spcBef>
                <a:spcPts val="0"/>
              </a:spcBef>
              <a:buNone/>
              <a:defRPr lang="en-US" dirty="0"/>
            </a:lvl4pPr>
            <a:lvl5pPr marL="914400" indent="0">
              <a:lnSpc>
                <a:spcPct val="100000"/>
              </a:lnSpc>
              <a:spcBef>
                <a:spcPts val="0"/>
              </a:spcBef>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940907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CB3BA5-C3CC-30C6-920A-AFE4D14AF261}"/>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8" y="3177"/>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3 h 6854823"/>
              <a:gd name="csX5" fmla="*/ 4761059 w 12186352"/>
              <a:gd name="csY5" fmla="*/ 6397623 h 6854823"/>
              <a:gd name="csX6" fmla="*/ 4761059 w 12186352"/>
              <a:gd name="csY6" fmla="*/ 454023 h 6854823"/>
              <a:gd name="csX7" fmla="*/ 12186352 w 12186352"/>
              <a:gd name="csY7" fmla="*/ 4540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3"/>
                </a:lnTo>
                <a:lnTo>
                  <a:pt x="4761059" y="6397623"/>
                </a:lnTo>
                <a:lnTo>
                  <a:pt x="4761059" y="454023"/>
                </a:lnTo>
                <a:lnTo>
                  <a:pt x="12186352" y="454023"/>
                </a:lnTo>
                <a:close/>
              </a:path>
            </a:pathLst>
          </a:custGeom>
        </p:spPr>
      </p:pic>
      <p:sp>
        <p:nvSpPr>
          <p:cNvPr id="3" name="Title 1">
            <a:extLst>
              <a:ext uri="{FF2B5EF4-FFF2-40B4-BE49-F238E27FC236}">
                <a16:creationId xmlns:a16="http://schemas.microsoft.com/office/drawing/2014/main" id="{1B804614-19A7-C141-7231-844689471208}"/>
              </a:ext>
            </a:extLst>
          </p:cNvPr>
          <p:cNvSpPr>
            <a:spLocks noGrp="1"/>
          </p:cNvSpPr>
          <p:nvPr>
            <p:ph type="title"/>
          </p:nvPr>
        </p:nvSpPr>
        <p:spPr>
          <a:xfrm>
            <a:off x="7890964" y="457200"/>
            <a:ext cx="3843837" cy="1710063"/>
          </a:xfrm>
          <a:prstGeom prst="rect">
            <a:avLst/>
          </a:prstGeom>
        </p:spPr>
        <p:txBody>
          <a:bodyPr anchor="b">
            <a:normAutofit/>
          </a:bodyPr>
          <a:lstStyle>
            <a:lvl1pPr>
              <a:defRPr sz="3600"/>
            </a:lvl1pPr>
          </a:lstStyle>
          <a:p>
            <a:r>
              <a:rPr lang="en-US" dirty="0"/>
              <a:t>Click to edit Master title style</a:t>
            </a:r>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76200" y="76200"/>
            <a:ext cx="1295401" cy="381000"/>
          </a:xfrm>
        </p:spPr>
        <p:txBody>
          <a:bodyPr/>
          <a:lstStyle/>
          <a:p>
            <a:fld id="{2E2458BC-FE32-0A45-9DD7-ED7D64447D19}" type="datetime1">
              <a:rPr lang="en-US" smtClean="0"/>
              <a:t>6/12/2026</a:t>
            </a:fld>
            <a:endParaRPr lang="en-US" dirty="0"/>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6096000" y="76200"/>
            <a:ext cx="6019800" cy="384048"/>
          </a:xfrm>
        </p:spPr>
        <p:txBody>
          <a:bodyPr/>
          <a:lstStyle/>
          <a:p>
            <a:r>
              <a:rPr lang="en-US" dirty="0"/>
              <a:t>Sample Footer Text</a:t>
            </a:r>
          </a:p>
        </p:txBody>
      </p:sp>
      <p:sp>
        <p:nvSpPr>
          <p:cNvPr id="4" name="Picture Placeholder 10">
            <a:extLst>
              <a:ext uri="{FF2B5EF4-FFF2-40B4-BE49-F238E27FC236}">
                <a16:creationId xmlns:a16="http://schemas.microsoft.com/office/drawing/2014/main" id="{B4F324D2-4F52-DFB7-CF7C-C3182974B46A}"/>
              </a:ext>
            </a:extLst>
          </p:cNvPr>
          <p:cNvSpPr>
            <a:spLocks noGrp="1"/>
          </p:cNvSpPr>
          <p:nvPr>
            <p:ph type="pic" sz="quarter" idx="13" hasCustomPrompt="1"/>
          </p:nvPr>
        </p:nvSpPr>
        <p:spPr>
          <a:xfrm>
            <a:off x="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890964" y="2624462"/>
            <a:ext cx="3843837" cy="3776337"/>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966082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8C312-FD23-D608-5B72-5DB43989560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4755412 w 12186352"/>
              <a:gd name="csY3" fmla="*/ 454026 h 6854823"/>
              <a:gd name="csX4" fmla="*/ 4755412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4755412" y="454026"/>
                </a:lnTo>
                <a:lnTo>
                  <a:pt x="4755412"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3714" cy="1710064"/>
          </a:xfrm>
          <a:prstGeom prst="rect">
            <a:avLst/>
          </a:prstGeom>
        </p:spPr>
        <p:txBody>
          <a:bodyPr anchor="b">
            <a:normAutofit/>
          </a:bodyPr>
          <a:lstStyle>
            <a:lvl1pPr>
              <a:defRPr sz="3600"/>
            </a:lvl1pPr>
          </a:lstStyle>
          <a:p>
            <a:r>
              <a:rPr lang="en-US" dirty="0"/>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76200" y="76201"/>
            <a:ext cx="1295400" cy="381000"/>
          </a:xfrm>
        </p:spPr>
        <p:txBody>
          <a:bodyPr/>
          <a:lstStyle/>
          <a:p>
            <a:fld id="{1233975F-0E53-0840-98CD-E03B319E6BC3}" type="datetime1">
              <a:rPr lang="en-US" smtClean="0"/>
              <a:t>6/12/2026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096000" y="76201"/>
            <a:ext cx="6019799" cy="381000"/>
          </a:xfrm>
        </p:spPr>
        <p:txBody>
          <a:bodyPr/>
          <a:lstStyle/>
          <a:p>
            <a:r>
              <a:rPr lang="en-US" dirty="0"/>
              <a:t>Sample Footer Text</a:t>
            </a:r>
          </a:p>
        </p:txBody>
      </p:sp>
      <p:sp>
        <p:nvSpPr>
          <p:cNvPr id="6" name="Content Placeholder 7">
            <a:extLst>
              <a:ext uri="{FF2B5EF4-FFF2-40B4-BE49-F238E27FC236}">
                <a16:creationId xmlns:a16="http://schemas.microsoft.com/office/drawing/2014/main" id="{C04AEB09-C22F-E34F-DEF8-A875003EEE36}"/>
              </a:ext>
            </a:extLst>
          </p:cNvPr>
          <p:cNvSpPr>
            <a:spLocks noGrp="1"/>
          </p:cNvSpPr>
          <p:nvPr>
            <p:ph sz="quarter" idx="18"/>
          </p:nvPr>
        </p:nvSpPr>
        <p:spPr>
          <a:xfrm>
            <a:off x="457201" y="2621290"/>
            <a:ext cx="3813714" cy="377951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0">
            <a:extLst>
              <a:ext uri="{FF2B5EF4-FFF2-40B4-BE49-F238E27FC236}">
                <a16:creationId xmlns:a16="http://schemas.microsoft.com/office/drawing/2014/main" id="{B255439D-9DD5-19F0-DFF1-101A9899DFC7}"/>
              </a:ext>
            </a:extLst>
          </p:cNvPr>
          <p:cNvSpPr>
            <a:spLocks noGrp="1"/>
          </p:cNvSpPr>
          <p:nvPr>
            <p:ph type="pic" sz="quarter" idx="13" hasCustomPrompt="1"/>
          </p:nvPr>
        </p:nvSpPr>
        <p:spPr>
          <a:xfrm>
            <a:off x="476106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73707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DD87899-462F-D06B-5D64-3ED065B39543}"/>
              </a:ext>
            </a:extLst>
          </p:cNvPr>
          <p:cNvSpPr>
            <a:spLocks noGrp="1"/>
          </p:cNvSpPr>
          <p:nvPr>
            <p:ph type="title"/>
          </p:nvPr>
        </p:nvSpPr>
        <p:spPr>
          <a:xfrm>
            <a:off x="6999060" y="457200"/>
            <a:ext cx="4735740" cy="1306009"/>
          </a:xfrm>
          <a:prstGeom prst="rect">
            <a:avLst/>
          </a:prstGeom>
        </p:spPr>
        <p:txBody>
          <a:bodyPr anchor="b"/>
          <a:lstStyle/>
          <a:p>
            <a:r>
              <a:rPr lang="en-US" dirty="0"/>
              <a:t>Click to edit Master title style</a:t>
            </a:r>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76201" y="76201"/>
            <a:ext cx="1295400" cy="380999"/>
          </a:xfrm>
        </p:spPr>
        <p:txBody>
          <a:bodyPr/>
          <a:lstStyle/>
          <a:p>
            <a:fld id="{D0CA20AB-D25D-704E-83C3-6B013E02E645}" type="datetime1">
              <a:rPr lang="en-US" smtClean="0"/>
              <a:t>6/12/2026</a:t>
            </a:fld>
            <a:endParaRPr lang="en-US" dirty="0"/>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096000" y="76201"/>
            <a:ext cx="6019799" cy="380999"/>
          </a:xfrm>
        </p:spPr>
        <p:txBody>
          <a:bodyPr/>
          <a:lstStyle>
            <a:lvl1pPr>
              <a:defRPr>
                <a:solidFill>
                  <a:schemeClr val="tx1"/>
                </a:solidFill>
                <a:effectLst/>
              </a:defRPr>
            </a:lvl1pPr>
          </a:lstStyle>
          <a:p>
            <a:r>
              <a:rPr lang="en-US" dirty="0"/>
              <a:t>Sample Footer Text</a:t>
            </a:r>
          </a:p>
        </p:txBody>
      </p:sp>
      <p:sp>
        <p:nvSpPr>
          <p:cNvPr id="6" name="Picture Placeholder 10">
            <a:extLst>
              <a:ext uri="{FF2B5EF4-FFF2-40B4-BE49-F238E27FC236}">
                <a16:creationId xmlns:a16="http://schemas.microsoft.com/office/drawing/2014/main" id="{805F337F-4512-E680-8F5A-95C181282643}"/>
              </a:ext>
            </a:extLst>
          </p:cNvPr>
          <p:cNvSpPr>
            <a:spLocks noGrp="1"/>
          </p:cNvSpPr>
          <p:nvPr>
            <p:ph type="pic" sz="quarter" idx="13" hasCustomPrompt="1"/>
          </p:nvPr>
        </p:nvSpPr>
        <p:spPr>
          <a:xfrm>
            <a:off x="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3" name="Content Placeholder 7">
            <a:extLst>
              <a:ext uri="{FF2B5EF4-FFF2-40B4-BE49-F238E27FC236}">
                <a16:creationId xmlns:a16="http://schemas.microsoft.com/office/drawing/2014/main" id="{C68F33D8-4565-CA0E-DF2E-27FBE006F917}"/>
              </a:ext>
            </a:extLst>
          </p:cNvPr>
          <p:cNvSpPr>
            <a:spLocks noGrp="1"/>
          </p:cNvSpPr>
          <p:nvPr>
            <p:ph sz="quarter" idx="14"/>
          </p:nvPr>
        </p:nvSpPr>
        <p:spPr>
          <a:xfrm>
            <a:off x="6999060" y="2209800"/>
            <a:ext cx="4735740" cy="419100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0820399" y="6400800"/>
            <a:ext cx="1295399"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4069786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445860" y="457200"/>
            <a:ext cx="4796699" cy="1306009"/>
          </a:xfrm>
          <a:prstGeom prst="rect">
            <a:avLst/>
          </a:prstGeom>
        </p:spPr>
        <p:txBody>
          <a:bodyPr anchor="b"/>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1" cy="380999"/>
          </a:xfrm>
        </p:spPr>
        <p:txBody>
          <a:bodyPr/>
          <a:lstStyle/>
          <a:p>
            <a:fld id="{B31F77D0-31D8-5446-A1F3-FE6147C324EC}" type="datetime1">
              <a:rPr lang="en-US" smtClean="0"/>
              <a:t>6/12/2026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2"/>
            <a:ext cx="6019800" cy="380998"/>
          </a:xfrm>
        </p:spPr>
        <p:txBody>
          <a:bodyPr/>
          <a:lstStyle>
            <a:lvl1pPr>
              <a:defRPr>
                <a:solidFill>
                  <a:schemeClr val="tx1"/>
                </a:solidFill>
                <a:effectLst/>
              </a:defRPr>
            </a:lvl1pPr>
          </a:lstStyle>
          <a:p>
            <a:r>
              <a:rPr lang="en-US" dirty="0"/>
              <a:t>Sample Footer Text</a:t>
            </a:r>
          </a:p>
        </p:txBody>
      </p:sp>
      <p:sp>
        <p:nvSpPr>
          <p:cNvPr id="4" name="Content Placeholder 7">
            <a:extLst>
              <a:ext uri="{FF2B5EF4-FFF2-40B4-BE49-F238E27FC236}">
                <a16:creationId xmlns:a16="http://schemas.microsoft.com/office/drawing/2014/main" id="{EAC9A1BA-A83A-E476-1A91-3DB0B544DF34}"/>
              </a:ext>
            </a:extLst>
          </p:cNvPr>
          <p:cNvSpPr>
            <a:spLocks noGrp="1"/>
          </p:cNvSpPr>
          <p:nvPr>
            <p:ph sz="quarter" idx="14"/>
          </p:nvPr>
        </p:nvSpPr>
        <p:spPr>
          <a:xfrm>
            <a:off x="484835" y="2209800"/>
            <a:ext cx="4735740" cy="419100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A90998F5-C9FB-EC52-B802-B62AA63E4263}"/>
              </a:ext>
            </a:extLst>
          </p:cNvPr>
          <p:cNvSpPr>
            <a:spLocks noGrp="1"/>
          </p:cNvSpPr>
          <p:nvPr>
            <p:ph type="pic" sz="quarter" idx="13" hasCustomPrompt="1"/>
          </p:nvPr>
        </p:nvSpPr>
        <p:spPr>
          <a:xfrm>
            <a:off x="569976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400"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3960601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46F2B-72CE-C947-0021-F34244B4344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3654426 h 6854823"/>
              <a:gd name="csX2" fmla="*/ 11729151 w 12186352"/>
              <a:gd name="csY2" fmla="*/ 3654426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3654426"/>
                </a:lnTo>
                <a:lnTo>
                  <a:pt x="11729151" y="3654426"/>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111624"/>
            <a:ext cx="3219343" cy="2289175"/>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05CF00-6C05-B849-B141-54CC9A394B3C}" type="datetime1">
              <a:rPr lang="en-US" smtClean="0"/>
              <a:t>6/12/2026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9" name="Picture Placeholder 10">
            <a:extLst>
              <a:ext uri="{FF2B5EF4-FFF2-40B4-BE49-F238E27FC236}">
                <a16:creationId xmlns:a16="http://schemas.microsoft.com/office/drawing/2014/main" id="{5CCD5774-AB2C-F489-2BCD-75A5731FA857}"/>
              </a:ext>
            </a:extLst>
          </p:cNvPr>
          <p:cNvSpPr>
            <a:spLocks noGrp="1"/>
          </p:cNvSpPr>
          <p:nvPr>
            <p:ph type="pic" sz="quarter" idx="13" hasCustomPrompt="1"/>
          </p:nvPr>
        </p:nvSpPr>
        <p:spPr>
          <a:xfrm>
            <a:off x="457200" y="457200"/>
            <a:ext cx="11277600" cy="32004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8092" y="4111624"/>
            <a:ext cx="7606708" cy="228917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82832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D3EA0-3FE9-3CAB-830E-268B27509F72}"/>
              </a:ext>
            </a:extLst>
          </p:cNvPr>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451551 w 12186352"/>
              <a:gd name="csY0" fmla="*/ 3638875 h 6854823"/>
              <a:gd name="csX1" fmla="*/ 451551 w 12186352"/>
              <a:gd name="csY1" fmla="*/ 438477 h 6854823"/>
              <a:gd name="csX2" fmla="*/ 11729151 w 12186352"/>
              <a:gd name="csY2" fmla="*/ 438477 h 6854823"/>
              <a:gd name="csX3" fmla="*/ 11729151 w 12186352"/>
              <a:gd name="csY3" fmla="*/ 3638875 h 6854823"/>
              <a:gd name="csX4" fmla="*/ 0 w 12186352"/>
              <a:gd name="csY4" fmla="*/ 6854823 h 6854823"/>
              <a:gd name="csX5" fmla="*/ 12186352 w 12186352"/>
              <a:gd name="csY5" fmla="*/ 6854823 h 6854823"/>
              <a:gd name="csX6" fmla="*/ 12186352 w 12186352"/>
              <a:gd name="csY6" fmla="*/ 0 h 6854823"/>
              <a:gd name="csX7" fmla="*/ 0 w 12186352"/>
              <a:gd name="csY7" fmla="*/ 0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3638875"/>
                </a:moveTo>
                <a:lnTo>
                  <a:pt x="451551" y="438477"/>
                </a:lnTo>
                <a:lnTo>
                  <a:pt x="11729151" y="438477"/>
                </a:lnTo>
                <a:lnTo>
                  <a:pt x="11729151" y="3638875"/>
                </a:lnTo>
                <a:close/>
                <a:moveTo>
                  <a:pt x="0" y="6854823"/>
                </a:moveTo>
                <a:lnTo>
                  <a:pt x="12186352" y="6854823"/>
                </a:lnTo>
                <a:lnTo>
                  <a:pt x="12186352" y="0"/>
                </a:lnTo>
                <a:lnTo>
                  <a:pt x="0" y="0"/>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200400" cy="2307896"/>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1" y="76201"/>
            <a:ext cx="1295400" cy="381000"/>
          </a:xfrm>
        </p:spPr>
        <p:txBody>
          <a:bodyPr/>
          <a:lstStyle/>
          <a:p>
            <a:fld id="{66499679-3EA0-9342-AF62-C5FAA18B6EFA}" type="datetime1">
              <a:rPr lang="en-US" smtClean="0"/>
              <a:t>6/12/2026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1000"/>
          </a:xfrm>
        </p:spPr>
        <p:txBody>
          <a:bodyPr/>
          <a:lstStyle/>
          <a:p>
            <a:r>
              <a:rPr lang="en-US" dirty="0"/>
              <a:t>Sample Footer Text</a:t>
            </a:r>
          </a:p>
        </p:txBody>
      </p:sp>
      <p:sp>
        <p:nvSpPr>
          <p:cNvPr id="11" name="Content Placeholder 7">
            <a:extLst>
              <a:ext uri="{FF2B5EF4-FFF2-40B4-BE49-F238E27FC236}">
                <a16:creationId xmlns:a16="http://schemas.microsoft.com/office/drawing/2014/main" id="{FAF7E276-884D-AF00-1E18-715F56A8A905}"/>
              </a:ext>
            </a:extLst>
          </p:cNvPr>
          <p:cNvSpPr>
            <a:spLocks noGrp="1"/>
          </p:cNvSpPr>
          <p:nvPr>
            <p:ph sz="quarter" idx="15"/>
          </p:nvPr>
        </p:nvSpPr>
        <p:spPr>
          <a:xfrm>
            <a:off x="4122370" y="457200"/>
            <a:ext cx="7612430" cy="230789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B1DE11C5-B5A8-F8F8-2A43-C0C95802637E}"/>
              </a:ext>
            </a:extLst>
          </p:cNvPr>
          <p:cNvSpPr>
            <a:spLocks noGrp="1"/>
          </p:cNvSpPr>
          <p:nvPr>
            <p:ph type="pic" sz="quarter" idx="13" hasCustomPrompt="1"/>
          </p:nvPr>
        </p:nvSpPr>
        <p:spPr>
          <a:xfrm>
            <a:off x="457200" y="3219122"/>
            <a:ext cx="11277600" cy="3200398"/>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553626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268A4B-F698-5EDC-1790-BA10F89CD8F3}"/>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6 h 6854823"/>
              <a:gd name="csX5" fmla="*/ 7467253 w 12186352"/>
              <a:gd name="csY5" fmla="*/ 6397626 h 6854823"/>
              <a:gd name="csX6" fmla="*/ 7467253 w 12186352"/>
              <a:gd name="csY6" fmla="*/ 454025 h 6854823"/>
              <a:gd name="csX7" fmla="*/ 12186352 w 12186352"/>
              <a:gd name="csY7" fmla="*/ 454025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6"/>
                </a:lnTo>
                <a:lnTo>
                  <a:pt x="7467253" y="6397626"/>
                </a:lnTo>
                <a:lnTo>
                  <a:pt x="7467253" y="454025"/>
                </a:lnTo>
                <a:lnTo>
                  <a:pt x="12186352" y="454025"/>
                </a:lnTo>
                <a:close/>
              </a:path>
            </a:pathLst>
          </a:cu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1949" y="457199"/>
            <a:ext cx="6552851" cy="1555845"/>
          </a:xfrm>
          <a:prstGeom prst="rect">
            <a:avLst/>
          </a:prstGeom>
        </p:spPr>
        <p:txBody>
          <a:bodyPr anchor="b"/>
          <a:lstStyle/>
          <a:p>
            <a:r>
              <a:rPr lang="en-US" dirty="0"/>
              <a:t>Click to edit Master title style</a:t>
            </a:r>
          </a:p>
        </p:txBody>
      </p:sp>
      <p:sp>
        <p:nvSpPr>
          <p:cNvPr id="7" name="Date Placeholder 8">
            <a:extLst>
              <a:ext uri="{FF2B5EF4-FFF2-40B4-BE49-F238E27FC236}">
                <a16:creationId xmlns:a16="http://schemas.microsoft.com/office/drawing/2014/main" id="{1E168D7B-B77A-72AC-AA72-64FBAA8D378C}"/>
              </a:ext>
            </a:extLst>
          </p:cNvPr>
          <p:cNvSpPr>
            <a:spLocks noGrp="1"/>
          </p:cNvSpPr>
          <p:nvPr>
            <p:ph type="dt" sz="half" idx="15"/>
          </p:nvPr>
        </p:nvSpPr>
        <p:spPr>
          <a:xfrm>
            <a:off x="76200" y="76201"/>
            <a:ext cx="1295400" cy="380998"/>
          </a:xfrm>
        </p:spPr>
        <p:txBody>
          <a:bodyPr/>
          <a:lstStyle/>
          <a:p>
            <a:fld id="{3C97155C-DE68-4440-8202-CC9478E27F07}" type="datetime1">
              <a:rPr lang="en-US" smtClean="0"/>
              <a:t>6/12/2026</a:t>
            </a:fld>
            <a:endParaRPr lang="en-US" dirty="0"/>
          </a:p>
        </p:txBody>
      </p:sp>
      <p:sp>
        <p:nvSpPr>
          <p:cNvPr id="6" name="Footer Placeholder 9">
            <a:extLst>
              <a:ext uri="{FF2B5EF4-FFF2-40B4-BE49-F238E27FC236}">
                <a16:creationId xmlns:a16="http://schemas.microsoft.com/office/drawing/2014/main" id="{4014B883-B832-AE53-6858-8E25B13C5BC7}"/>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4" name="Picture Placeholder 13">
            <a:extLst>
              <a:ext uri="{FF2B5EF4-FFF2-40B4-BE49-F238E27FC236}">
                <a16:creationId xmlns:a16="http://schemas.microsoft.com/office/drawing/2014/main" id="{CC1B439C-57E0-A299-9A98-A81BFA738C83}"/>
              </a:ext>
            </a:extLst>
          </p:cNvPr>
          <p:cNvSpPr>
            <a:spLocks noGrp="1"/>
          </p:cNvSpPr>
          <p:nvPr>
            <p:ph type="pic" sz="quarter" idx="13" hasCustomPrompt="1"/>
          </p:nvPr>
        </p:nvSpPr>
        <p:spPr>
          <a:xfrm>
            <a:off x="0"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1949" y="2470242"/>
            <a:ext cx="6552851" cy="3930558"/>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11">
            <a:extLst>
              <a:ext uri="{FF2B5EF4-FFF2-40B4-BE49-F238E27FC236}">
                <a16:creationId xmlns:a16="http://schemas.microsoft.com/office/drawing/2014/main" id="{7CA11211-0281-DD36-148E-3ABC6374978F}"/>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9279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C1286-F0A1-DDC1-4A24-85A9D3462CB1}"/>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5 h 6854823"/>
              <a:gd name="csX3" fmla="*/ 7461604 w 12186352"/>
              <a:gd name="csY3" fmla="*/ 454025 h 6854823"/>
              <a:gd name="csX4" fmla="*/ 7461604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5"/>
                </a:lnTo>
                <a:lnTo>
                  <a:pt x="7461604" y="454025"/>
                </a:lnTo>
                <a:lnTo>
                  <a:pt x="7461604" y="6397626"/>
                </a:lnTo>
                <a:lnTo>
                  <a:pt x="12186352" y="6397626"/>
                </a:lnTo>
                <a:lnTo>
                  <a:pt x="12186352" y="6854823"/>
                </a:lnTo>
                <a:lnTo>
                  <a:pt x="0" y="6854823"/>
                </a:lnTo>
                <a:close/>
              </a:path>
            </a:pathLst>
          </a:custGeom>
        </p:spPr>
      </p:pic>
      <p:sp>
        <p:nvSpPr>
          <p:cNvPr id="3" name="Title 1">
            <a:extLst>
              <a:ext uri="{FF2B5EF4-FFF2-40B4-BE49-F238E27FC236}">
                <a16:creationId xmlns:a16="http://schemas.microsoft.com/office/drawing/2014/main" id="{D7F3BC77-0C60-6C24-E5FE-6B80D4812824}"/>
              </a:ext>
            </a:extLst>
          </p:cNvPr>
          <p:cNvSpPr>
            <a:spLocks noGrp="1"/>
          </p:cNvSpPr>
          <p:nvPr>
            <p:ph type="title"/>
          </p:nvPr>
        </p:nvSpPr>
        <p:spPr>
          <a:xfrm>
            <a:off x="457200" y="457200"/>
            <a:ext cx="6549553" cy="1549495"/>
          </a:xfrm>
          <a:prstGeom prst="rect">
            <a:avLst/>
          </a:prstGeom>
        </p:spPr>
        <p:txBody>
          <a:bodyPr anchor="b"/>
          <a:lstStyle/>
          <a:p>
            <a:r>
              <a:rPr lang="en-US" dirty="0"/>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76200" y="76201"/>
            <a:ext cx="1295400" cy="380999"/>
          </a:xfrm>
        </p:spPr>
        <p:txBody>
          <a:bodyPr/>
          <a:lstStyle/>
          <a:p>
            <a:fld id="{2B9DA8F7-1BE7-954A-B654-92996DBA4E86}" type="datetime1">
              <a:rPr lang="en-US" smtClean="0"/>
              <a:t>6/12/2026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15" name="Content Placeholder 7">
            <a:extLst>
              <a:ext uri="{FF2B5EF4-FFF2-40B4-BE49-F238E27FC236}">
                <a16:creationId xmlns:a16="http://schemas.microsoft.com/office/drawing/2014/main" id="{F0A2831D-F063-09A6-A707-24AC43E312D9}"/>
              </a:ext>
            </a:extLst>
          </p:cNvPr>
          <p:cNvSpPr>
            <a:spLocks noGrp="1"/>
          </p:cNvSpPr>
          <p:nvPr>
            <p:ph sz="quarter" idx="14"/>
          </p:nvPr>
        </p:nvSpPr>
        <p:spPr>
          <a:xfrm>
            <a:off x="453902" y="2470242"/>
            <a:ext cx="6552851" cy="3930558"/>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3">
            <a:extLst>
              <a:ext uri="{FF2B5EF4-FFF2-40B4-BE49-F238E27FC236}">
                <a16:creationId xmlns:a16="http://schemas.microsoft.com/office/drawing/2014/main" id="{FEC7CBEB-1BF7-2607-DBAA-531A9067F8B1}"/>
              </a:ext>
            </a:extLst>
          </p:cNvPr>
          <p:cNvSpPr>
            <a:spLocks noGrp="1"/>
          </p:cNvSpPr>
          <p:nvPr>
            <p:ph type="pic" sz="quarter" idx="19" hasCustomPrompt="1"/>
          </p:nvPr>
        </p:nvSpPr>
        <p:spPr>
          <a:xfrm>
            <a:off x="7467253"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9776884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A7354-C3D2-8AD8-40DE-4E850BDFCC68}"/>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6533074 w 12186352"/>
              <a:gd name="csY0" fmla="*/ 1858587 h 6854823"/>
              <a:gd name="csX1" fmla="*/ 6533074 w 12186352"/>
              <a:gd name="csY1" fmla="*/ 6397626 h 6854823"/>
              <a:gd name="csX2" fmla="*/ 3 w 12186352"/>
              <a:gd name="csY2" fmla="*/ 6397626 h 6854823"/>
              <a:gd name="csX3" fmla="*/ 3 w 12186352"/>
              <a:gd name="csY3" fmla="*/ 1858587 h 6854823"/>
              <a:gd name="csX4" fmla="*/ 12186352 w 12186352"/>
              <a:gd name="csY4" fmla="*/ 0 h 6854823"/>
              <a:gd name="csX5" fmla="*/ 0 w 12186352"/>
              <a:gd name="csY5" fmla="*/ 0 h 6854823"/>
              <a:gd name="csX6" fmla="*/ 0 w 12186352"/>
              <a:gd name="csY6" fmla="*/ 6854823 h 6854823"/>
              <a:gd name="csX7" fmla="*/ 12186352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6533074" y="1858587"/>
                </a:moveTo>
                <a:lnTo>
                  <a:pt x="6533074" y="6397626"/>
                </a:lnTo>
                <a:lnTo>
                  <a:pt x="3" y="6397626"/>
                </a:lnTo>
                <a:lnTo>
                  <a:pt x="3"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457200" y="490161"/>
            <a:ext cx="11277599" cy="914400"/>
          </a:xfrm>
          <a:prstGeom prst="rect">
            <a:avLst/>
          </a:prstGeom>
        </p:spPr>
        <p:txBody>
          <a:bodyPr anchor="b"/>
          <a:lstStyle/>
          <a:p>
            <a:r>
              <a:rPr lang="en-US" dirty="0"/>
              <a:t>Click to edit Master title style</a:t>
            </a:r>
          </a:p>
        </p:txBody>
      </p:sp>
      <p:sp>
        <p:nvSpPr>
          <p:cNvPr id="7" name="Date Placeholder 3">
            <a:extLst>
              <a:ext uri="{FF2B5EF4-FFF2-40B4-BE49-F238E27FC236}">
                <a16:creationId xmlns:a16="http://schemas.microsoft.com/office/drawing/2014/main" id="{61FAF02C-8E8E-0257-0307-15E6853700FC}"/>
              </a:ext>
            </a:extLst>
          </p:cNvPr>
          <p:cNvSpPr>
            <a:spLocks noGrp="1"/>
          </p:cNvSpPr>
          <p:nvPr>
            <p:ph type="dt" sz="half" idx="15"/>
          </p:nvPr>
        </p:nvSpPr>
        <p:spPr>
          <a:xfrm>
            <a:off x="76201" y="76201"/>
            <a:ext cx="1295400" cy="380999"/>
          </a:xfrm>
        </p:spPr>
        <p:txBody>
          <a:bodyPr/>
          <a:lstStyle/>
          <a:p>
            <a:fld id="{5447FF96-6068-D045-B983-6A2E1F44124F}" type="datetime1">
              <a:rPr lang="en-US" smtClean="0"/>
              <a:t>6/12/2026</a:t>
            </a:fld>
            <a:endParaRPr lang="en-US" dirty="0"/>
          </a:p>
        </p:txBody>
      </p:sp>
      <p:sp>
        <p:nvSpPr>
          <p:cNvPr id="6" name="Footer Placeholder 8">
            <a:extLst>
              <a:ext uri="{FF2B5EF4-FFF2-40B4-BE49-F238E27FC236}">
                <a16:creationId xmlns:a16="http://schemas.microsoft.com/office/drawing/2014/main" id="{12F6119E-6325-71C5-AFDB-160A100A21B2}"/>
              </a:ext>
            </a:extLst>
          </p:cNvPr>
          <p:cNvSpPr>
            <a:spLocks noGrp="1"/>
          </p:cNvSpPr>
          <p:nvPr>
            <p:ph type="ftr" sz="quarter" idx="16"/>
          </p:nvPr>
        </p:nvSpPr>
        <p:spPr>
          <a:xfrm>
            <a:off x="6096000" y="76201"/>
            <a:ext cx="6019800" cy="380999"/>
          </a:xfrm>
        </p:spPr>
        <p:txBody>
          <a:bodyPr/>
          <a:lstStyle/>
          <a:p>
            <a:r>
              <a:rPr lang="en-US" dirty="0"/>
              <a:t>Sample Footer Text</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457200" y="1861761"/>
            <a:ext cx="4744527"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1">
            <a:extLst>
              <a:ext uri="{FF2B5EF4-FFF2-40B4-BE49-F238E27FC236}">
                <a16:creationId xmlns:a16="http://schemas.microsoft.com/office/drawing/2014/main" id="{4E3FB443-D4CA-E6C5-2187-4A649A47F28A}"/>
              </a:ext>
            </a:extLst>
          </p:cNvPr>
          <p:cNvSpPr>
            <a:spLocks noGrp="1"/>
          </p:cNvSpPr>
          <p:nvPr>
            <p:ph type="pic" sz="quarter" idx="13" hasCustomPrompt="1"/>
          </p:nvPr>
        </p:nvSpPr>
        <p:spPr>
          <a:xfrm>
            <a:off x="5658927" y="1861761"/>
            <a:ext cx="6533071" cy="453903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1" name="Slide Number Placeholder 9">
            <a:extLst>
              <a:ext uri="{FF2B5EF4-FFF2-40B4-BE49-F238E27FC236}">
                <a16:creationId xmlns:a16="http://schemas.microsoft.com/office/drawing/2014/main" id="{339D0113-D166-6E44-FF30-39C61CD13791}"/>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97274271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ABB22AD-DA7B-73AE-1F66-31345119900C}"/>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315201 w 12186352"/>
              <a:gd name="csY0" fmla="*/ 1858587 h 6854823"/>
              <a:gd name="csX1" fmla="*/ 7315201 w 12186352"/>
              <a:gd name="csY1" fmla="*/ 6397626 h 6854823"/>
              <a:gd name="csX2" fmla="*/ 2 w 12186352"/>
              <a:gd name="csY2" fmla="*/ 6397626 h 6854823"/>
              <a:gd name="csX3" fmla="*/ 2 w 12186352"/>
              <a:gd name="csY3" fmla="*/ 1858587 h 6854823"/>
              <a:gd name="csX4" fmla="*/ 457201 w 12186352"/>
              <a:gd name="csY4" fmla="*/ 1858587 h 6854823"/>
              <a:gd name="csX5" fmla="*/ 6533074 w 12186352"/>
              <a:gd name="csY5" fmla="*/ 1858587 h 6854823"/>
              <a:gd name="csX6" fmla="*/ 12186352 w 12186352"/>
              <a:gd name="csY6" fmla="*/ 0 h 6854823"/>
              <a:gd name="csX7" fmla="*/ 0 w 12186352"/>
              <a:gd name="csY7" fmla="*/ 0 h 6854823"/>
              <a:gd name="csX8" fmla="*/ 0 w 12186352"/>
              <a:gd name="csY8" fmla="*/ 6854823 h 6854823"/>
              <a:gd name="csX9" fmla="*/ 12186352 w 12186352"/>
              <a:gd name="csY9"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86352" h="6854823">
                <a:moveTo>
                  <a:pt x="7315201" y="1858587"/>
                </a:moveTo>
                <a:lnTo>
                  <a:pt x="7315201" y="6397626"/>
                </a:lnTo>
                <a:lnTo>
                  <a:pt x="2" y="6397626"/>
                </a:lnTo>
                <a:lnTo>
                  <a:pt x="2" y="1858587"/>
                </a:lnTo>
                <a:lnTo>
                  <a:pt x="457201" y="1858587"/>
                </a:lnTo>
                <a:lnTo>
                  <a:pt x="6533074"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457200" y="497349"/>
            <a:ext cx="11277599" cy="914400"/>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C195F3F8-9E31-7F42-8188-F6043F071A39}" type="datetime1">
              <a:rPr lang="en-US" smtClean="0"/>
              <a:t>6/12/2026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5999" y="76201"/>
            <a:ext cx="6019800" cy="380999"/>
          </a:xfrm>
        </p:spPr>
        <p:txBody>
          <a:bodyPr/>
          <a:lstStyle/>
          <a:p>
            <a:r>
              <a:rPr lang="en-US" dirty="0"/>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1" y="1861761"/>
            <a:ext cx="3886199"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5">
            <a:extLst>
              <a:ext uri="{FF2B5EF4-FFF2-40B4-BE49-F238E27FC236}">
                <a16:creationId xmlns:a16="http://schemas.microsoft.com/office/drawing/2014/main" id="{9BB8F855-8399-5C2F-8FFE-3445E6ACC133}"/>
              </a:ext>
            </a:extLst>
          </p:cNvPr>
          <p:cNvSpPr>
            <a:spLocks noGrp="1"/>
          </p:cNvSpPr>
          <p:nvPr>
            <p:ph type="pic" sz="quarter" idx="13" hasCustomPrompt="1"/>
          </p:nvPr>
        </p:nvSpPr>
        <p:spPr>
          <a:xfrm>
            <a:off x="4876800" y="1861761"/>
            <a:ext cx="7315199" cy="4539039"/>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5078864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870277-9BEA-773F-5ABC-0478C95CF73B}"/>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6854823 h 6854823"/>
              <a:gd name="csX3" fmla="*/ 0 w 12186352"/>
              <a:gd name="csY3" fmla="*/ 6854823 h 6854823"/>
              <a:gd name="csX4" fmla="*/ 0 w 12186352"/>
              <a:gd name="csY4" fmla="*/ 6377154 h 6854823"/>
              <a:gd name="csX5" fmla="*/ 6527422 w 12186352"/>
              <a:gd name="csY5" fmla="*/ 6377154 h 6854823"/>
              <a:gd name="csX6" fmla="*/ 6527422 w 12186352"/>
              <a:gd name="csY6" fmla="*/ 1858587 h 6854823"/>
              <a:gd name="csX7" fmla="*/ 0 w 12186352"/>
              <a:gd name="csY7" fmla="*/ 1858587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6854823"/>
                </a:lnTo>
                <a:lnTo>
                  <a:pt x="0" y="6854823"/>
                </a:lnTo>
                <a:lnTo>
                  <a:pt x="0" y="6377154"/>
                </a:lnTo>
                <a:lnTo>
                  <a:pt x="6527422" y="6377154"/>
                </a:lnTo>
                <a:lnTo>
                  <a:pt x="6527422" y="1858587"/>
                </a:lnTo>
                <a:lnTo>
                  <a:pt x="0" y="1858587"/>
                </a:lnTo>
                <a:close/>
              </a:path>
            </a:pathLst>
          </a:custGeom>
        </p:spPr>
      </p:pic>
      <p:sp>
        <p:nvSpPr>
          <p:cNvPr id="7" name="Title 1">
            <a:extLst>
              <a:ext uri="{FF2B5EF4-FFF2-40B4-BE49-F238E27FC236}">
                <a16:creationId xmlns:a16="http://schemas.microsoft.com/office/drawing/2014/main" id="{C5CBF9ED-624B-FB83-6E83-BB42410F285F}"/>
              </a:ext>
            </a:extLst>
          </p:cNvPr>
          <p:cNvSpPr>
            <a:spLocks noGrp="1"/>
          </p:cNvSpPr>
          <p:nvPr>
            <p:ph type="title"/>
          </p:nvPr>
        </p:nvSpPr>
        <p:spPr>
          <a:xfrm>
            <a:off x="457200" y="490162"/>
            <a:ext cx="11277597" cy="914400"/>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AE8BA31F-10E3-B74C-A113-9DB8A6700F67}" type="datetime1">
              <a:rPr lang="en-US" smtClean="0"/>
              <a:t>6/12/2026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1" y="76201"/>
            <a:ext cx="6019798" cy="380999"/>
          </a:xfrm>
        </p:spPr>
        <p:txBody>
          <a:bodyPr/>
          <a:lstStyle/>
          <a:p>
            <a:r>
              <a:rPr lang="en-US" dirty="0"/>
              <a:t>Sample Footer Text</a:t>
            </a:r>
          </a:p>
        </p:txBody>
      </p:sp>
      <p:sp>
        <p:nvSpPr>
          <p:cNvPr id="8" name="Picture Placeholder 11">
            <a:extLst>
              <a:ext uri="{FF2B5EF4-FFF2-40B4-BE49-F238E27FC236}">
                <a16:creationId xmlns:a16="http://schemas.microsoft.com/office/drawing/2014/main" id="{9BCDC3DB-8BBB-CC92-23DB-44BEC6BD61F7}"/>
              </a:ext>
            </a:extLst>
          </p:cNvPr>
          <p:cNvSpPr>
            <a:spLocks noGrp="1"/>
          </p:cNvSpPr>
          <p:nvPr>
            <p:ph type="pic" sz="quarter" idx="19" hasCustomPrompt="1"/>
          </p:nvPr>
        </p:nvSpPr>
        <p:spPr>
          <a:xfrm>
            <a:off x="0" y="1861761"/>
            <a:ext cx="6533071" cy="451856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6" name="Content Placeholder 7">
            <a:extLst>
              <a:ext uri="{FF2B5EF4-FFF2-40B4-BE49-F238E27FC236}">
                <a16:creationId xmlns:a16="http://schemas.microsoft.com/office/drawing/2014/main" id="{7C7B1CAB-4A9F-B8E9-3C1E-15C58564C1FF}"/>
              </a:ext>
            </a:extLst>
          </p:cNvPr>
          <p:cNvSpPr>
            <a:spLocks noGrp="1"/>
          </p:cNvSpPr>
          <p:nvPr>
            <p:ph sz="quarter" idx="18"/>
          </p:nvPr>
        </p:nvSpPr>
        <p:spPr>
          <a:xfrm>
            <a:off x="6990270" y="1861761"/>
            <a:ext cx="4744527"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744199" y="6400800"/>
            <a:ext cx="13715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761393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480561" y="457200"/>
            <a:ext cx="7254240" cy="1173708"/>
          </a:xfrm>
          <a:prstGeom prst="rect">
            <a:avLst/>
          </a:prstGeom>
        </p:spPr>
        <p:txBody>
          <a:bodyPr anchor="b"/>
          <a:lstStyle/>
          <a:p>
            <a:r>
              <a:rPr lang="en-US" dirty="0"/>
              <a:t>Click to edit Master title style</a:t>
            </a:r>
          </a:p>
        </p:txBody>
      </p:sp>
      <p:sp>
        <p:nvSpPr>
          <p:cNvPr id="12" name="Date Placeholder 3">
            <a:extLst>
              <a:ext uri="{FF2B5EF4-FFF2-40B4-BE49-F238E27FC236}">
                <a16:creationId xmlns:a16="http://schemas.microsoft.com/office/drawing/2014/main" id="{CACEC350-F243-8E48-2F30-905D6999DFE7}"/>
              </a:ext>
            </a:extLst>
          </p:cNvPr>
          <p:cNvSpPr>
            <a:spLocks noGrp="1"/>
          </p:cNvSpPr>
          <p:nvPr>
            <p:ph type="dt" sz="half" idx="15"/>
          </p:nvPr>
        </p:nvSpPr>
        <p:spPr>
          <a:xfrm>
            <a:off x="76200" y="76200"/>
            <a:ext cx="1295401" cy="380999"/>
          </a:xfrm>
        </p:spPr>
        <p:txBody>
          <a:bodyPr/>
          <a:lstStyle/>
          <a:p>
            <a:fld id="{3596BBB1-49AB-C544-9861-84EE6CF53403}" type="datetime1">
              <a:rPr lang="en-US" smtClean="0"/>
              <a:t>6/12/2026</a:t>
            </a:fld>
            <a:endParaRPr lang="en-US" dirty="0"/>
          </a:p>
        </p:txBody>
      </p:sp>
      <p:sp>
        <p:nvSpPr>
          <p:cNvPr id="10" name="Footer Placeholder 8">
            <a:extLst>
              <a:ext uri="{FF2B5EF4-FFF2-40B4-BE49-F238E27FC236}">
                <a16:creationId xmlns:a16="http://schemas.microsoft.com/office/drawing/2014/main" id="{693FD3A5-45B7-3678-FCC8-1AA49237E7B7}"/>
              </a:ext>
            </a:extLst>
          </p:cNvPr>
          <p:cNvSpPr>
            <a:spLocks noGrp="1"/>
          </p:cNvSpPr>
          <p:nvPr>
            <p:ph type="ftr" sz="quarter" idx="16"/>
          </p:nvPr>
        </p:nvSpPr>
        <p:spPr>
          <a:xfrm>
            <a:off x="6096000" y="76201"/>
            <a:ext cx="6019800" cy="381000"/>
          </a:xfrm>
        </p:spPr>
        <p:txBody>
          <a:bodyPr/>
          <a:lstStyle/>
          <a:p>
            <a:r>
              <a:rPr lang="en-US" dirty="0"/>
              <a:t>Sample Footer Text</a:t>
            </a:r>
          </a:p>
        </p:txBody>
      </p:sp>
      <p:sp>
        <p:nvSpPr>
          <p:cNvPr id="4" name="Picture Placeholder 10">
            <a:extLst>
              <a:ext uri="{FF2B5EF4-FFF2-40B4-BE49-F238E27FC236}">
                <a16:creationId xmlns:a16="http://schemas.microsoft.com/office/drawing/2014/main" id="{90E31D68-951A-2336-5424-6671B2E929A3}"/>
              </a:ext>
            </a:extLst>
          </p:cNvPr>
          <p:cNvSpPr>
            <a:spLocks noGrp="1"/>
          </p:cNvSpPr>
          <p:nvPr>
            <p:ph type="pic" sz="quarter" idx="13" hasCustomPrompt="1"/>
          </p:nvPr>
        </p:nvSpPr>
        <p:spPr>
          <a:xfrm>
            <a:off x="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480560" y="2088108"/>
            <a:ext cx="7254240" cy="4312692"/>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9">
            <a:extLst>
              <a:ext uri="{FF2B5EF4-FFF2-40B4-BE49-F238E27FC236}">
                <a16:creationId xmlns:a16="http://schemas.microsoft.com/office/drawing/2014/main" id="{05F3D1FB-5F83-6976-2FDE-42146116FF09}"/>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079962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0E5C046-40A5-D694-E725-EA0ABE0B80B9}"/>
              </a:ext>
            </a:extLst>
          </p:cNvPr>
          <p:cNvSpPr>
            <a:spLocks noGrp="1"/>
          </p:cNvSpPr>
          <p:nvPr>
            <p:ph type="title"/>
          </p:nvPr>
        </p:nvSpPr>
        <p:spPr>
          <a:xfrm>
            <a:off x="457201" y="457199"/>
            <a:ext cx="7254239" cy="1173712"/>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0"/>
            <a:ext cx="1295400" cy="380999"/>
          </a:xfrm>
        </p:spPr>
        <p:txBody>
          <a:bodyPr/>
          <a:lstStyle/>
          <a:p>
            <a:fld id="{9D50FFC8-0737-944F-9B20-403A2248B3E7}" type="datetime1">
              <a:rPr lang="en-US" smtClean="0"/>
              <a:t>6/12/2026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0" y="76200"/>
            <a:ext cx="6019800" cy="380999"/>
          </a:xfrm>
        </p:spPr>
        <p:txBody>
          <a:bodyPr/>
          <a:lstStyle/>
          <a:p>
            <a:r>
              <a:rPr lang="en-US" dirty="0"/>
              <a:t>Sample Footer Text</a:t>
            </a:r>
          </a:p>
        </p:txBody>
      </p:sp>
      <p:sp>
        <p:nvSpPr>
          <p:cNvPr id="6" name="Content Placeholder 7">
            <a:extLst>
              <a:ext uri="{FF2B5EF4-FFF2-40B4-BE49-F238E27FC236}">
                <a16:creationId xmlns:a16="http://schemas.microsoft.com/office/drawing/2014/main" id="{4E5FB0DF-C175-C1BD-BDD9-3536A2F7E448}"/>
              </a:ext>
            </a:extLst>
          </p:cNvPr>
          <p:cNvSpPr>
            <a:spLocks noGrp="1"/>
          </p:cNvSpPr>
          <p:nvPr>
            <p:ph sz="quarter" idx="18"/>
          </p:nvPr>
        </p:nvSpPr>
        <p:spPr>
          <a:xfrm>
            <a:off x="457201" y="2088108"/>
            <a:ext cx="7254240" cy="4312692"/>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7C20B94A-DE1D-8112-79D8-ADD778F243A9}"/>
              </a:ext>
            </a:extLst>
          </p:cNvPr>
          <p:cNvSpPr>
            <a:spLocks noGrp="1"/>
          </p:cNvSpPr>
          <p:nvPr>
            <p:ph type="pic" sz="quarter" idx="13" hasCustomPrompt="1"/>
          </p:nvPr>
        </p:nvSpPr>
        <p:spPr>
          <a:xfrm>
            <a:off x="816864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4431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160961-81A4-744C-57F0-3A91AB73281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5029200" cy="1519083"/>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E45DA7B-3D23-9747-B64E-78D5DD68C6C7}" type="datetime1">
              <a:rPr lang="en-US" smtClean="0"/>
              <a:t>6/12/2026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0" name="Picture Placeholder 10">
            <a:extLst>
              <a:ext uri="{FF2B5EF4-FFF2-40B4-BE49-F238E27FC236}">
                <a16:creationId xmlns:a16="http://schemas.microsoft.com/office/drawing/2014/main" id="{802CE9A6-F23E-1299-6CEA-8B0DBFBE2016}"/>
              </a:ext>
            </a:extLst>
          </p:cNvPr>
          <p:cNvSpPr>
            <a:spLocks noGrp="1"/>
          </p:cNvSpPr>
          <p:nvPr>
            <p:ph type="pic" sz="quarter" idx="13" hasCustomPrompt="1"/>
          </p:nvPr>
        </p:nvSpPr>
        <p:spPr>
          <a:xfrm>
            <a:off x="457200" y="2357283"/>
            <a:ext cx="5029199" cy="4043516"/>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0"/>
            <a:ext cx="5638799" cy="594359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93105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292B07A-D9A0-38E9-B941-74C38124D59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716844" cy="1919945"/>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3040DD-291F-D14A-B0CD-056B01183946}" type="datetime1">
              <a:rPr lang="en-US" smtClean="0"/>
              <a:t>6/12/2026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115A2C62-B33D-41E9-D363-2E5B5EC4C673}"/>
              </a:ext>
            </a:extLst>
          </p:cNvPr>
          <p:cNvSpPr>
            <a:spLocks noGrp="1"/>
          </p:cNvSpPr>
          <p:nvPr>
            <p:ph type="pic" sz="quarter" idx="13" hasCustomPrompt="1"/>
          </p:nvPr>
        </p:nvSpPr>
        <p:spPr>
          <a:xfrm>
            <a:off x="457200" y="2743200"/>
            <a:ext cx="3716845" cy="3657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9" y="457201"/>
            <a:ext cx="7010401" cy="594359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972491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DD16EBF9-B68A-0B06-1D11-8A73C8F97835}"/>
              </a:ext>
            </a:extLst>
          </p:cNvPr>
          <p:cNvSpPr>
            <a:spLocks noGrp="1"/>
          </p:cNvSpPr>
          <p:nvPr>
            <p:ph type="title"/>
          </p:nvPr>
        </p:nvSpPr>
        <p:spPr>
          <a:xfrm>
            <a:off x="457200" y="5349242"/>
            <a:ext cx="5638800" cy="1051558"/>
          </a:xfrm>
        </p:spPr>
        <p:txBody>
          <a:bodyPr anchor="b"/>
          <a:lstStyle>
            <a:lvl1pPr>
              <a:lnSpc>
                <a:spcPct val="110000"/>
              </a:lnSpc>
              <a:defRPr sz="2000">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F20AA6F4-6FEB-A645-BC84-8FD86BB56A56}" type="datetime1">
              <a:rPr lang="en-US" smtClean="0"/>
              <a:t>6/12/2026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FC49D795-05CD-88A6-65D2-CE59AB098CDC}"/>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1991989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62229AA-0D53-41CE-F2F6-A43A58F408A6}"/>
              </a:ext>
            </a:extLst>
          </p:cNvPr>
          <p:cNvSpPr>
            <a:spLocks noGrp="1"/>
          </p:cNvSpPr>
          <p:nvPr>
            <p:ph type="title"/>
          </p:nvPr>
        </p:nvSpPr>
        <p:spPr>
          <a:xfrm>
            <a:off x="457200" y="5334002"/>
            <a:ext cx="5638800" cy="106679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19C1F0A-369C-694C-9034-23649A99EDDB}" type="datetime1">
              <a:rPr lang="en-US" smtClean="0"/>
              <a:t>6/12/2026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2685CAE8-3040-D343-9736-69ED07ADEE28}"/>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99812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F9AC97C7-C18C-1AFB-595D-1164216CB3A0}"/>
              </a:ext>
            </a:extLst>
          </p:cNvPr>
          <p:cNvSpPr>
            <a:spLocks noGrp="1"/>
          </p:cNvSpPr>
          <p:nvPr>
            <p:ph type="title"/>
          </p:nvPr>
        </p:nvSpPr>
        <p:spPr>
          <a:xfrm>
            <a:off x="8991600" y="457200"/>
            <a:ext cx="2743200" cy="5943600"/>
          </a:xfrm>
        </p:spPr>
        <p:txBody>
          <a:bodyPr anchor="ctr"/>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05CB68B-3B3F-204E-812A-7CA74DAAFECC}" type="datetime1">
              <a:rPr lang="en-US" smtClean="0"/>
              <a:t>6/12/2026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0794CDEE-6628-D8C2-4DD7-A2AF2B148E2B}"/>
              </a:ext>
            </a:extLst>
          </p:cNvPr>
          <p:cNvSpPr>
            <a:spLocks noGrp="1"/>
          </p:cNvSpPr>
          <p:nvPr>
            <p:ph sz="quarter" idx="14" hasCustomPrompt="1"/>
          </p:nvPr>
        </p:nvSpPr>
        <p:spPr>
          <a:xfrm>
            <a:off x="457200" y="762000"/>
            <a:ext cx="8077200" cy="5943600"/>
          </a:xfrm>
        </p:spPr>
        <p:txBody>
          <a:bodyPr anchor="ctr"/>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75854323"/>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963A025-A5F8-BC41-857C-074A129970DD}" type="datetime1">
              <a:rPr lang="en-US" smtClean="0"/>
              <a:t>6/12/2026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ctr">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706717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7E1A02B-DBB0-A046-81B0-FEDCAC57CE71}" type="datetime1">
              <a:rPr lang="en-US" smtClean="0"/>
              <a:t>6/12/2026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b">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2828212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92E1041-C021-CE4A-9D2F-9EE16EB193AE}" type="datetime1">
              <a:rPr lang="en-US" smtClean="0"/>
              <a:t>6/12/2026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t">
            <a:normAutofit/>
          </a:bodyPr>
          <a:lstStyle>
            <a:lvl1pPr marL="0" indent="0">
              <a:lnSpc>
                <a:spcPct val="90000"/>
              </a:lnSpc>
              <a:spcBef>
                <a:spcPts val="0"/>
              </a:spcBef>
              <a:buNone/>
              <a:defRPr sz="6000" b="0">
                <a:solidFill>
                  <a:schemeClr val="tx1"/>
                </a:solidFill>
                <a:latin typeface="+mj-lt"/>
              </a:defRPr>
            </a:lvl1pPr>
            <a:lvl2pPr marL="228600" indent="0">
              <a:lnSpc>
                <a:spcPct val="90000"/>
              </a:lnSpc>
              <a:spcBef>
                <a:spcPts val="0"/>
              </a:spcBef>
              <a:buNone/>
              <a:defRPr sz="6000" b="0">
                <a:solidFill>
                  <a:schemeClr val="tx1"/>
                </a:solidFill>
                <a:latin typeface="+mj-lt"/>
              </a:defRPr>
            </a:lvl2pPr>
            <a:lvl3pPr marL="457200" indent="0">
              <a:lnSpc>
                <a:spcPct val="90000"/>
              </a:lnSpc>
              <a:spcBef>
                <a:spcPts val="0"/>
              </a:spcBef>
              <a:buNone/>
              <a:defRPr sz="6000" b="0">
                <a:solidFill>
                  <a:schemeClr val="tx1"/>
                </a:solidFill>
                <a:latin typeface="+mj-lt"/>
              </a:defRPr>
            </a:lvl3pPr>
            <a:lvl4pPr marL="685800" indent="0">
              <a:lnSpc>
                <a:spcPct val="90000"/>
              </a:lnSpc>
              <a:spcBef>
                <a:spcPts val="0"/>
              </a:spcBef>
              <a:buNone/>
              <a:defRPr sz="6000" b="0">
                <a:solidFill>
                  <a:schemeClr val="tx1"/>
                </a:solidFill>
                <a:latin typeface="+mj-lt"/>
              </a:defRPr>
            </a:lvl4pPr>
            <a:lvl5pPr marL="914400" indent="0">
              <a:lnSpc>
                <a:spcPct val="90000"/>
              </a:lnSpc>
              <a:spcBef>
                <a:spcPts val="0"/>
              </a:spcBef>
              <a:buNone/>
              <a:defRPr sz="6000" b="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817368"/>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991598" y="457200"/>
            <a:ext cx="2743200" cy="5943600"/>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B19110DB-B309-8C4D-B2B7-2B6318BF3864}" type="datetime1">
              <a:rPr lang="en-US" smtClean="0"/>
              <a:t>6/12/2026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7">
            <a:extLst>
              <a:ext uri="{FF2B5EF4-FFF2-40B4-BE49-F238E27FC236}">
                <a16:creationId xmlns:a16="http://schemas.microsoft.com/office/drawing/2014/main" id="{F2B13095-060E-7C64-69EA-E7821D5019ED}"/>
              </a:ext>
            </a:extLst>
          </p:cNvPr>
          <p:cNvSpPr>
            <a:spLocks noGrp="1"/>
          </p:cNvSpPr>
          <p:nvPr>
            <p:ph sz="quarter" idx="15" hasCustomPrompt="1"/>
          </p:nvPr>
        </p:nvSpPr>
        <p:spPr>
          <a:xfrm>
            <a:off x="457200" y="457200"/>
            <a:ext cx="7848600" cy="5943600"/>
          </a:xfrm>
        </p:spPr>
        <p:txBody>
          <a:bodyPr anchor="t"/>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75355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457200" y="5937084"/>
            <a:ext cx="9144000" cy="466344"/>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CCD263F-17D1-DD49-AE75-3B385E0CFFA9}" type="datetime1">
              <a:rPr lang="en-US" smtClean="0"/>
              <a:t>6/12/2026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Content Placeholder 7">
            <a:extLst>
              <a:ext uri="{FF2B5EF4-FFF2-40B4-BE49-F238E27FC236}">
                <a16:creationId xmlns:a16="http://schemas.microsoft.com/office/drawing/2014/main" id="{58A7DA2E-06EC-D8CE-ACE3-28D98B5AC26C}"/>
              </a:ext>
            </a:extLst>
          </p:cNvPr>
          <p:cNvSpPr>
            <a:spLocks noGrp="1"/>
          </p:cNvSpPr>
          <p:nvPr>
            <p:ph sz="quarter" idx="15" hasCustomPrompt="1"/>
          </p:nvPr>
        </p:nvSpPr>
        <p:spPr>
          <a:xfrm>
            <a:off x="457200" y="454572"/>
            <a:ext cx="11277600" cy="5417308"/>
          </a:xfrm>
        </p:spPr>
        <p:txBody>
          <a:bodyPr anchor="b"/>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916227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763000" y="457200"/>
            <a:ext cx="2971800" cy="5946228"/>
          </a:xfrm>
          <a:prstGeom prst="rect">
            <a:avLst/>
          </a:prstGeom>
        </p:spPr>
        <p:txBody>
          <a:bodyPr anchor="ctr">
            <a:normAutofit/>
          </a:bodyPr>
          <a:lstStyle>
            <a:lvl1pPr>
              <a:lnSpc>
                <a:spcPct val="120000"/>
              </a:lnSpc>
              <a:defRPr sz="2000" b="0" i="0" spc="0">
                <a:solidFill>
                  <a:schemeClr val="tx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1664374B-BFF6-3C4D-A435-E85D19EC7285}" type="datetime1">
              <a:rPr lang="en-US" smtClean="0"/>
              <a:t>6/12/2026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3BD97FB3-18C6-51BD-4179-B642A2A709C5}"/>
              </a:ext>
            </a:extLst>
          </p:cNvPr>
          <p:cNvSpPr>
            <a:spLocks noGrp="1"/>
          </p:cNvSpPr>
          <p:nvPr>
            <p:ph sz="quarter" idx="15" hasCustomPrompt="1"/>
          </p:nvPr>
        </p:nvSpPr>
        <p:spPr>
          <a:xfrm>
            <a:off x="457200" y="457200"/>
            <a:ext cx="7848600" cy="5943600"/>
          </a:xfrm>
        </p:spPr>
        <p:txBody>
          <a:bodyPr anchor="ctr"/>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552373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457201" y="457201"/>
            <a:ext cx="11277598" cy="914400"/>
          </a:xfrm>
          <a:prstGeom prst="rect">
            <a:avLst/>
          </a:prstGeo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9C4FF47-482A-5A42-BC2B-D17760A60D7C}" type="datetime1">
              <a:rPr lang="en-US" smtClean="0"/>
              <a:t>6/12/2026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4"/>
            <a:ext cx="5230495" cy="4575175"/>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230493" cy="4575174"/>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8987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457200" y="457200"/>
            <a:ext cx="11277600" cy="914400"/>
          </a:xfrm>
          <a:prstGeom prst="rect">
            <a:avLst/>
          </a:prstGeo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0E0A138-5AFC-9A4D-A014-96125C4D80CC}" type="datetime1">
              <a:rPr lang="en-US" smtClean="0"/>
              <a:t>6/12/2026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23847"/>
            <a:ext cx="5227320" cy="354857"/>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286000"/>
            <a:ext cx="522763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1" y="1823847"/>
            <a:ext cx="5233417" cy="354858"/>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286000"/>
            <a:ext cx="523370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141906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1"/>
            <a:ext cx="11277600" cy="914400"/>
          </a:xfrm>
          <a:prstGeom prst="rect">
            <a:avLst/>
          </a:prstGeo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F1EA9-87CF-8343-9776-D1D52A179B2E}" type="datetime1">
              <a:rPr lang="en-US" smtClean="0"/>
              <a:t>6/12/2026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08221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89506F-D76B-DF43-A96B-B8A73BD734D5}" type="datetime1">
              <a:rPr lang="en-US" smtClean="0"/>
              <a:t>6/12/2026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423799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B8EF09-85B4-2CB8-82A3-EECAE01D45AD}"/>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200" y="457201"/>
            <a:ext cx="3810000" cy="16764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2777B30-84C4-E14A-AD9D-99C744B58D2B}" type="datetime1">
              <a:rPr lang="en-US" smtClean="0"/>
              <a:t>6/12/2026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458616"/>
            <a:ext cx="3810000" cy="3942184"/>
          </a:xfrm>
        </p:spPr>
        <p:txBody>
          <a:bodyPr anchor="t">
            <a:normAutofit/>
          </a:bodyPr>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457200"/>
            <a:ext cx="6934200" cy="5943600"/>
          </a:xfrm>
        </p:spPr>
        <p:txBody>
          <a:bodyPr vert="horz" lIns="91440" tIns="45720" rIns="91440" bIns="45720" rtlCol="0">
            <a:normAutofit/>
          </a:bodyPr>
          <a:lstStyle>
            <a:lvl1pPr>
              <a:spcBef>
                <a:spcPts val="0"/>
              </a:spcBef>
              <a:defRPr lang="en-US" b="0" dirty="0"/>
            </a:lvl1pPr>
            <a:lvl2pPr>
              <a:spcBef>
                <a:spcPts val="0"/>
              </a:spcBef>
              <a:defRPr lang="en-US" dirty="0"/>
            </a:lvl2pPr>
            <a:lvl3pPr>
              <a:spcBef>
                <a:spcPts val="0"/>
              </a:spcBef>
              <a:defRPr lang="en-US" dirty="0"/>
            </a:lvl3pPr>
            <a:lvl4pPr>
              <a:spcBef>
                <a:spcPts val="0"/>
              </a:spcBef>
              <a:defRPr lang="en-US" dirty="0"/>
            </a:lvl4pPr>
            <a:lvl5pPr>
              <a:spcBef>
                <a:spcPts val="0"/>
              </a:spcBef>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87956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0935E8B-BB8A-9B48-4EC5-768D5E3A1DD2}"/>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467602 w 12186353"/>
              <a:gd name="csY0" fmla="*/ 454026 h 6854823"/>
              <a:gd name="csX1" fmla="*/ 7467602 w 12186353"/>
              <a:gd name="csY1" fmla="*/ 6397626 h 6854823"/>
              <a:gd name="csX2" fmla="*/ 457203 w 12186353"/>
              <a:gd name="csY2" fmla="*/ 6397626 h 6854823"/>
              <a:gd name="csX3" fmla="*/ 457203 w 12186353"/>
              <a:gd name="csY3" fmla="*/ 454026 h 6854823"/>
              <a:gd name="csX4" fmla="*/ 12186353 w 12186353"/>
              <a:gd name="csY4" fmla="*/ 0 h 6854823"/>
              <a:gd name="csX5" fmla="*/ 0 w 12186353"/>
              <a:gd name="csY5" fmla="*/ 0 h 6854823"/>
              <a:gd name="csX6" fmla="*/ 0 w 12186353"/>
              <a:gd name="csY6" fmla="*/ 6854823 h 6854823"/>
              <a:gd name="csX7" fmla="*/ 12186353 w 12186353"/>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3">
                <a:moveTo>
                  <a:pt x="7467602" y="454026"/>
                </a:moveTo>
                <a:lnTo>
                  <a:pt x="7467602" y="6397626"/>
                </a:lnTo>
                <a:lnTo>
                  <a:pt x="457203" y="6397626"/>
                </a:lnTo>
                <a:lnTo>
                  <a:pt x="457203" y="454026"/>
                </a:lnTo>
                <a:close/>
                <a:moveTo>
                  <a:pt x="12186353" y="0"/>
                </a:moveTo>
                <a:lnTo>
                  <a:pt x="0" y="0"/>
                </a:lnTo>
                <a:lnTo>
                  <a:pt x="0" y="6854823"/>
                </a:lnTo>
                <a:lnTo>
                  <a:pt x="12186353" y="6854823"/>
                </a:lnTo>
                <a:close/>
              </a:path>
            </a:pathLst>
          </a:custGeom>
        </p:spPr>
      </p:pic>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810000" cy="29718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AB2B00D-D41F-AF4D-9311-8F7464F57478}" type="datetime1">
              <a:rPr lang="en-US" smtClean="0"/>
              <a:t>6/12/2026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3810000"/>
            <a:ext cx="3810000" cy="2590800"/>
          </a:xfrm>
        </p:spPr>
        <p:txBody>
          <a:bodyPr anchor="b"/>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a:extLst>
              <a:ext uri="{FF2B5EF4-FFF2-40B4-BE49-F238E27FC236}">
                <a16:creationId xmlns:a16="http://schemas.microsoft.com/office/drawing/2014/main" id="{0D567F4A-97DA-0A34-ED21-0C003CA8AF5F}"/>
              </a:ext>
            </a:extLst>
          </p:cNvPr>
          <p:cNvSpPr>
            <a:spLocks noGrp="1"/>
          </p:cNvSpPr>
          <p:nvPr>
            <p:ph type="pic" idx="1" hasCustomPrompt="1"/>
          </p:nvPr>
        </p:nvSpPr>
        <p:spPr>
          <a:xfrm>
            <a:off x="4724400" y="457200"/>
            <a:ext cx="7010399" cy="5943600"/>
          </a:xfrm>
          <a:blipFill>
            <a:blip r:embed="rId3"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4960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87CE1-ACE0-D6A3-D3B7-DF95BF55950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8305801" cy="2971800"/>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D1D72C-8184-5840-B481-389540A01A17}" type="datetime1">
              <a:rPr lang="en-US" smtClean="0"/>
              <a:t>6/12/2026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198" y="3733800"/>
            <a:ext cx="11277599" cy="2666998"/>
          </a:xfrm>
        </p:spPr>
        <p:txBody>
          <a:bodyPr/>
          <a:lstStyle>
            <a:lvl1pPr marL="0" indent="0">
              <a:lnSpc>
                <a:spcPct val="100000"/>
              </a:lnSpc>
              <a:spcBef>
                <a:spcPts val="0"/>
              </a:spcBef>
              <a:buNone/>
              <a:defRPr>
                <a:solidFill>
                  <a:schemeClr val="tx1"/>
                </a:solidFill>
              </a:defRPr>
            </a:lvl1pPr>
            <a:lvl2pPr marL="228600" indent="0">
              <a:lnSpc>
                <a:spcPct val="100000"/>
              </a:lnSpc>
              <a:spcBef>
                <a:spcPts val="0"/>
              </a:spcBef>
              <a:buNone/>
              <a:defRPr>
                <a:solidFill>
                  <a:schemeClr val="tx1"/>
                </a:solidFill>
              </a:defRPr>
            </a:lvl2pPr>
            <a:lvl3pPr marL="457200" indent="0">
              <a:lnSpc>
                <a:spcPct val="100000"/>
              </a:lnSpc>
              <a:spcBef>
                <a:spcPts val="0"/>
              </a:spcBef>
              <a:buNone/>
              <a:defRPr>
                <a:solidFill>
                  <a:schemeClr val="tx1"/>
                </a:solidFill>
              </a:defRPr>
            </a:lvl3pPr>
            <a:lvl4pPr marL="685800" indent="0">
              <a:lnSpc>
                <a:spcPct val="100000"/>
              </a:lnSpc>
              <a:spcBef>
                <a:spcPts val="0"/>
              </a:spcBef>
              <a:buNone/>
              <a:defRPr>
                <a:solidFill>
                  <a:schemeClr val="tx1"/>
                </a:solidFill>
              </a:defRPr>
            </a:lvl4pPr>
            <a:lvl5pPr marL="914400" indent="0">
              <a:lnSpc>
                <a:spcPct val="100000"/>
              </a:lnSpc>
              <a:spcBef>
                <a:spcPts val="0"/>
              </a:spcBef>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4166167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F1DC1-62BC-8F1C-64E5-A5FBEAB8F4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5638799" cy="2971800"/>
          </a:xfrm>
          <a:prstGeom prst="rect">
            <a:avLst/>
          </a:prstGeom>
        </p:spPr>
        <p:txBody>
          <a:bodyPr anchor="t">
            <a:noAutofit/>
          </a:bodyPr>
          <a:lstStyle>
            <a:lvl1pPr>
              <a:defRPr sz="6000"/>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2C1FE-0BA1-514C-8495-D43A7528783D}" type="datetime1">
              <a:rPr lang="en-US" smtClean="0"/>
              <a:t>6/12/2026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1" y="3810000"/>
            <a:ext cx="8382000" cy="2590800"/>
          </a:xfrm>
        </p:spPr>
        <p:txBody>
          <a:bodyPr anchor="b">
            <a:normAutofit/>
          </a:bodyPr>
          <a:lstStyle>
            <a:lvl1pPr marL="0" indent="0">
              <a:lnSpc>
                <a:spcPct val="100000"/>
              </a:lnSpc>
              <a:spcBef>
                <a:spcPts val="0"/>
              </a:spcBef>
              <a:buNone/>
              <a:defRPr sz="2000"/>
            </a:lvl1pPr>
            <a:lvl2pPr marL="228600" indent="0">
              <a:lnSpc>
                <a:spcPct val="100000"/>
              </a:lnSpc>
              <a:spcBef>
                <a:spcPts val="0"/>
              </a:spcBef>
              <a:buNone/>
              <a:defRPr sz="2000"/>
            </a:lvl2pPr>
            <a:lvl3pPr marL="457200" indent="0">
              <a:lnSpc>
                <a:spcPct val="100000"/>
              </a:lnSpc>
              <a:spcBef>
                <a:spcPts val="0"/>
              </a:spcBef>
              <a:buNone/>
              <a:defRPr sz="2000"/>
            </a:lvl3pPr>
            <a:lvl4pPr marL="685800" indent="0">
              <a:lnSpc>
                <a:spcPct val="100000"/>
              </a:lnSpc>
              <a:spcBef>
                <a:spcPts val="0"/>
              </a:spcBef>
              <a:buNone/>
              <a:defRPr sz="2000"/>
            </a:lvl4pPr>
            <a:lvl5pPr marL="914400" indent="0">
              <a:lnSpc>
                <a:spcPct val="100000"/>
              </a:lnSpc>
              <a:spcBef>
                <a:spcPts val="0"/>
              </a:spcBef>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138552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1"/>
            <a:ext cx="11277600" cy="9144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0" y="1752601"/>
            <a:ext cx="11277599" cy="46481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6200" y="76201"/>
            <a:ext cx="1447800" cy="381000"/>
          </a:xfrm>
          <a:prstGeom prst="rect">
            <a:avLst/>
          </a:prstGeom>
        </p:spPr>
        <p:txBody>
          <a:bodyPr vert="horz" lIns="91440" tIns="45720" rIns="91440" bIns="45720" rtlCol="0" anchor="t"/>
          <a:lstStyle>
            <a:lvl1pPr algn="l" rtl="0">
              <a:defRPr sz="900" b="0" i="0" cap="all" spc="50" baseline="0">
                <a:solidFill>
                  <a:schemeClr val="tx1"/>
                </a:solidFill>
                <a:latin typeface="+mn-lt"/>
              </a:defRPr>
            </a:lvl1pPr>
          </a:lstStyle>
          <a:p>
            <a:fld id="{ABF82D58-E94F-DA46-9A9B-DBAB917AB2DD}" type="datetime1">
              <a:rPr lang="en-US" smtClean="0"/>
              <a:pPr/>
              <a:t>6/12/2026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096000" y="76201"/>
            <a:ext cx="6019800" cy="381000"/>
          </a:xfrm>
          <a:prstGeom prst="rect">
            <a:avLst/>
          </a:prstGeom>
        </p:spPr>
        <p:txBody>
          <a:bodyPr vert="horz" lIns="91440" tIns="45720" rIns="91440" bIns="45720" rtlCol="0" anchor="t"/>
          <a:lstStyle>
            <a:lvl1pPr algn="r" rtl="0">
              <a:defRPr sz="900" b="0" i="0" cap="all" spc="50"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20400" y="6400800"/>
            <a:ext cx="1295400" cy="381000"/>
          </a:xfrm>
          <a:prstGeom prst="rect">
            <a:avLst/>
          </a:prstGeom>
        </p:spPr>
        <p:txBody>
          <a:bodyPr vert="horz" lIns="91440" tIns="45720" rIns="91440" bIns="45720" rtlCol="0" anchor="b"/>
          <a:lstStyle>
            <a:lvl1pPr algn="r" rtl="0">
              <a:defRPr sz="900" b="0" i="0" cap="all" spc="50"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5406036"/>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 id="2147483996" r:id="rId17"/>
    <p:sldLayoutId id="2147483997" r:id="rId18"/>
    <p:sldLayoutId id="2147483998" r:id="rId19"/>
    <p:sldLayoutId id="2147483999" r:id="rId20"/>
    <p:sldLayoutId id="2147484000" r:id="rId21"/>
    <p:sldLayoutId id="2147484001" r:id="rId22"/>
    <p:sldLayoutId id="2147484002" r:id="rId23"/>
    <p:sldLayoutId id="2147484003" r:id="rId24"/>
    <p:sldLayoutId id="2147484004" r:id="rId25"/>
    <p:sldLayoutId id="2147484005" r:id="rId26"/>
    <p:sldLayoutId id="2147484006" r:id="rId27"/>
    <p:sldLayoutId id="2147484007" r:id="rId28"/>
    <p:sldLayoutId id="2147484008" r:id="rId29"/>
    <p:sldLayoutId id="2147484009" r:id="rId30"/>
    <p:sldLayoutId id="2147484010" r:id="rId31"/>
    <p:sldLayoutId id="2147484011" r:id="rId32"/>
    <p:sldLayoutId id="2147484012" r:id="rId33"/>
    <p:sldLayoutId id="2147484013" r:id="rId34"/>
    <p:sldLayoutId id="2147484014" r:id="rId35"/>
    <p:sldLayoutId id="2147484015" r:id="rId36"/>
    <p:sldLayoutId id="2147484016" r:id="rId37"/>
    <p:sldLayoutId id="2147484017" r:id="rId38"/>
    <p:sldLayoutId id="2147484018" r:id="rId39"/>
    <p:sldLayoutId id="2147484019" r:id="rId40"/>
    <p:sldLayoutId id="2147484020" r:id="rId41"/>
    <p:sldLayoutId id="2147484021" r:id="rId42"/>
    <p:sldLayoutId id="2147484022" r:id="rId43"/>
    <p:sldLayoutId id="2147484023" r:id="rId44"/>
    <p:sldLayoutId id="2147484024" r:id="rId45"/>
    <p:sldLayoutId id="2147484025" r:id="rId46"/>
    <p:sldLayoutId id="2147484026" r:id="rId47"/>
    <p:sldLayoutId id="2147484027" r:id="rId48"/>
    <p:sldLayoutId id="2147484028" r:id="rId49"/>
    <p:sldLayoutId id="2147484029" r:id="rId50"/>
    <p:sldLayoutId id="2147484030" r:id="rId51"/>
    <p:sldLayoutId id="2147484031" r:id="rId52"/>
    <p:sldLayoutId id="2147484032" r:id="rId53"/>
  </p:sldLayoutIdLst>
  <p:hf sldNum="0" hdr="0" ftr="0" dt="0"/>
  <p:txStyles>
    <p:titleStyle>
      <a:lvl1pPr algn="l" defTabSz="914400" rtl="0" eaLnBrk="1" latinLnBrk="0" hangingPunct="1">
        <a:lnSpc>
          <a:spcPct val="80000"/>
        </a:lnSpc>
        <a:spcBef>
          <a:spcPct val="0"/>
        </a:spcBef>
        <a:buNone/>
        <a:defRPr sz="3600" b="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31" orient="horz" pos="48" userDrawn="1">
          <p15:clr>
            <a:srgbClr val="F26B43"/>
          </p15:clr>
        </p15:guide>
        <p15:guide id="32" orient="horz" pos="4272" userDrawn="1">
          <p15:clr>
            <a:srgbClr val="F26B43"/>
          </p15:clr>
        </p15:guide>
        <p15:guide id="33" pos="48" userDrawn="1">
          <p15:clr>
            <a:srgbClr val="F26B43"/>
          </p15:clr>
        </p15:guide>
        <p15:guide id="34" pos="7632" userDrawn="1">
          <p15:clr>
            <a:srgbClr val="F26B43"/>
          </p15:clr>
        </p15:guide>
        <p15:guide id="35" orient="horz" pos="288" userDrawn="1">
          <p15:clr>
            <a:srgbClr val="F26B43"/>
          </p15:clr>
        </p15:guide>
        <p15:guide id="36" orient="horz" pos="4032" userDrawn="1">
          <p15:clr>
            <a:srgbClr val="F26B43"/>
          </p15:clr>
        </p15:guide>
        <p15:guide id="37" pos="7392" userDrawn="1">
          <p15:clr>
            <a:srgbClr val="F26B43"/>
          </p15:clr>
        </p15:guide>
        <p15:guide id="38" pos="2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hyperlink" Target="https://youtu.be/we1A8NbnbkY?si=YaSboY0tROb-dU75" TargetMode="External"/><Relationship Id="rId2" Type="http://schemas.openxmlformats.org/officeDocument/2006/relationships/hyperlink" Target="https://youtu.be/f8NyxgGw6Xw" TargetMode="External"/><Relationship Id="rId1" Type="http://schemas.openxmlformats.org/officeDocument/2006/relationships/slideLayout" Target="../slideLayouts/slideLayout38.xml"/><Relationship Id="rId5" Type="http://schemas.openxmlformats.org/officeDocument/2006/relationships/hyperlink" Target="https://ajtcapstone2026.atlassian.net/jira/software/projects/SCRUM/boards/1?atlOrigin=eyJpIjoiOWVmNTcwMjUyNDdkNGE2N2E2MDcyOWZiNDA5MTAwOWIiLCJwIjoiaiJ9" TargetMode="External"/><Relationship Id="rId4" Type="http://schemas.openxmlformats.org/officeDocument/2006/relationships/hyperlink" Target="https://github.com/Student2000000/AJT_Capstone_Project.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p:txBody>
          <a:bodyPr/>
          <a:lstStyle/>
          <a:p>
            <a:r>
              <a:rPr lang="en-US">
                <a:cs typeface="Biome"/>
              </a:rPr>
              <a:t>Team AJT</a:t>
            </a:r>
            <a:r>
              <a:rPr lang="en-US" dirty="0">
                <a:cs typeface="Biome"/>
              </a:rPr>
              <a:t> </a:t>
            </a:r>
            <a:r>
              <a:rPr lang="en-US">
                <a:cs typeface="Biome"/>
              </a:rPr>
              <a:t>Merch Store</a:t>
            </a:r>
            <a:endParaRPr lang="en-US"/>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p:txBody>
          <a:bodyPr anchor="t">
            <a:normAutofit/>
          </a:bodyPr>
          <a:lstStyle/>
          <a:p>
            <a:r>
              <a:rPr lang="en-US"/>
              <a:t>Armando Valenzuela</a:t>
            </a:r>
          </a:p>
          <a:p>
            <a:r>
              <a:rPr lang="en-US"/>
              <a:t>Tinisha Davis</a:t>
            </a:r>
          </a:p>
          <a:p>
            <a:r>
              <a:rPr lang="en-US"/>
              <a:t>Jay Arends</a:t>
            </a:r>
          </a:p>
        </p:txBody>
      </p:sp>
    </p:spTree>
    <p:extLst>
      <p:ext uri="{BB962C8B-B14F-4D97-AF65-F5344CB8AC3E}">
        <p14:creationId xmlns:p14="http://schemas.microsoft.com/office/powerpoint/2010/main" val="23296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21ECDD-32A8-4AE6-BC4A-58DAAE878623}"/>
              </a:ext>
            </a:extLst>
          </p:cNvPr>
          <p:cNvSpPr>
            <a:spLocks noGrp="1"/>
          </p:cNvSpPr>
          <p:nvPr>
            <p:ph type="subTitle" idx="1"/>
          </p:nvPr>
        </p:nvSpPr>
        <p:spPr>
          <a:xfrm>
            <a:off x="1289958" y="467424"/>
            <a:ext cx="9578590" cy="917574"/>
          </a:xfrm>
        </p:spPr>
        <p:txBody>
          <a:bodyPr>
            <a:noAutofit/>
          </a:bodyPr>
          <a:lstStyle/>
          <a:p>
            <a:r>
              <a:rPr lang="en-US" sz="4800">
                <a:latin typeface="Chamberi Super Display"/>
                <a:ea typeface="+mn-lt"/>
                <a:cs typeface="+mn-lt"/>
              </a:rPr>
              <a:t>Project concept and objectives </a:t>
            </a:r>
            <a:endParaRPr lang="en-US" sz="4800">
              <a:latin typeface="Chamberi Super Display"/>
            </a:endParaRPr>
          </a:p>
        </p:txBody>
      </p:sp>
      <p:sp>
        <p:nvSpPr>
          <p:cNvPr id="9" name="TextBox 8">
            <a:extLst>
              <a:ext uri="{FF2B5EF4-FFF2-40B4-BE49-F238E27FC236}">
                <a16:creationId xmlns:a16="http://schemas.microsoft.com/office/drawing/2014/main" id="{EFC26AF7-659E-EF64-F53E-BFC42D366D51}"/>
              </a:ext>
            </a:extLst>
          </p:cNvPr>
          <p:cNvSpPr txBox="1"/>
          <p:nvPr/>
        </p:nvSpPr>
        <p:spPr>
          <a:xfrm>
            <a:off x="6098143" y="1714256"/>
            <a:ext cx="5602928"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2400" dirty="0"/>
              <a:t>Originally </a:t>
            </a:r>
            <a:r>
              <a:rPr lang="en-US" sz="2400"/>
              <a:t>intended to make a new merch store for NSC</a:t>
            </a:r>
            <a:endParaRPr lang="en-US" sz="2400" dirty="0"/>
          </a:p>
          <a:p>
            <a:pPr marL="285750" indent="-285750">
              <a:lnSpc>
                <a:spcPct val="150000"/>
              </a:lnSpc>
              <a:buFont typeface="Arial"/>
              <a:buChar char="•"/>
            </a:pPr>
            <a:r>
              <a:rPr lang="en-US" sz="2400"/>
              <a:t>Transitioned to a protype </a:t>
            </a:r>
            <a:endParaRPr lang="en-US" sz="2400" dirty="0"/>
          </a:p>
          <a:p>
            <a:pPr marL="742950" lvl="1" indent="-285750">
              <a:lnSpc>
                <a:spcPct val="150000"/>
              </a:lnSpc>
              <a:buFont typeface="Courier New"/>
              <a:buChar char="o"/>
            </a:pPr>
            <a:r>
              <a:rPr lang="en-US" sz="2400" dirty="0"/>
              <a:t>Intended to </a:t>
            </a:r>
            <a:r>
              <a:rPr lang="en-US" sz="2400" err="1"/>
              <a:t>mimi</a:t>
            </a:r>
            <a:r>
              <a:rPr lang="en-US" sz="2400"/>
              <a:t>c proper merch store as much as possible</a:t>
            </a:r>
          </a:p>
          <a:p>
            <a:pPr marL="285750" indent="-285750">
              <a:lnSpc>
                <a:spcPct val="150000"/>
              </a:lnSpc>
              <a:buFont typeface="Arial"/>
              <a:buChar char="•"/>
            </a:pPr>
            <a:r>
              <a:rPr lang="en-US" sz="2400"/>
              <a:t>Changed Directions</a:t>
            </a:r>
            <a:endParaRPr lang="en-US" sz="2400" dirty="0"/>
          </a:p>
          <a:p>
            <a:pPr marL="742950" lvl="1" indent="-285750">
              <a:lnSpc>
                <a:spcPct val="150000"/>
              </a:lnSpc>
              <a:buFont typeface="Courier New"/>
              <a:buChar char="o"/>
            </a:pPr>
            <a:r>
              <a:rPr lang="en-US" sz="2400"/>
              <a:t>Flexible Ecommerce Webpage</a:t>
            </a:r>
            <a:endParaRPr lang="en-US" sz="2400" dirty="0"/>
          </a:p>
          <a:p>
            <a:pPr lvl="1"/>
            <a:endParaRPr lang="en-US" dirty="0"/>
          </a:p>
        </p:txBody>
      </p:sp>
      <p:graphicFrame>
        <p:nvGraphicFramePr>
          <p:cNvPr id="1284" name="Diagram 1283">
            <a:extLst>
              <a:ext uri="{FF2B5EF4-FFF2-40B4-BE49-F238E27FC236}">
                <a16:creationId xmlns:a16="http://schemas.microsoft.com/office/drawing/2014/main" id="{692788AF-1463-134F-D191-D5B5F2C0FF61}"/>
              </a:ext>
            </a:extLst>
          </p:cNvPr>
          <p:cNvGraphicFramePr/>
          <p:nvPr>
            <p:extLst>
              <p:ext uri="{D42A27DB-BD31-4B8C-83A1-F6EECF244321}">
                <p14:modId xmlns:p14="http://schemas.microsoft.com/office/powerpoint/2010/main" val="1433866398"/>
              </p:ext>
            </p:extLst>
          </p:nvPr>
        </p:nvGraphicFramePr>
        <p:xfrm>
          <a:off x="267956" y="1868156"/>
          <a:ext cx="5560086" cy="40344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0032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1447B37-9C33-075F-284B-C5E26764AB1E}"/>
              </a:ext>
            </a:extLst>
          </p:cNvPr>
          <p:cNvSpPr>
            <a:spLocks noGrp="1"/>
          </p:cNvSpPr>
          <p:nvPr>
            <p:ph type="subTitle" idx="1"/>
          </p:nvPr>
        </p:nvSpPr>
        <p:spPr/>
        <p:txBody>
          <a:bodyPr>
            <a:normAutofit/>
          </a:bodyPr>
          <a:lstStyle/>
          <a:p>
            <a:r>
              <a:rPr lang="en-US" sz="4000" dirty="0">
                <a:latin typeface="Chamberi Super Display"/>
                <a:ea typeface="+mn-lt"/>
                <a:cs typeface="+mn-lt"/>
              </a:rPr>
              <a:t>Challenges and </a:t>
            </a:r>
            <a:r>
              <a:rPr lang="en-US" sz="4000">
                <a:latin typeface="Chamberi Super Display"/>
                <a:ea typeface="+mn-lt"/>
                <a:cs typeface="+mn-lt"/>
              </a:rPr>
              <a:t>Process</a:t>
            </a:r>
            <a:endParaRPr lang="en-US" sz="4000">
              <a:latin typeface="Chamberi Super Display"/>
            </a:endParaRPr>
          </a:p>
        </p:txBody>
      </p:sp>
      <p:sp>
        <p:nvSpPr>
          <p:cNvPr id="4" name="TextBox 3">
            <a:extLst>
              <a:ext uri="{FF2B5EF4-FFF2-40B4-BE49-F238E27FC236}">
                <a16:creationId xmlns:a16="http://schemas.microsoft.com/office/drawing/2014/main" id="{FE07A43A-2384-A138-4DA6-F6C89674C241}"/>
              </a:ext>
            </a:extLst>
          </p:cNvPr>
          <p:cNvSpPr txBox="1"/>
          <p:nvPr/>
        </p:nvSpPr>
        <p:spPr>
          <a:xfrm>
            <a:off x="634877" y="308908"/>
            <a:ext cx="6871648" cy="69249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1"/>
              <a:t>What did you learn that was new?</a:t>
            </a:r>
            <a:endParaRPr lang="en-US" sz="2400"/>
          </a:p>
          <a:p>
            <a:pPr marL="285750" indent="-285750">
              <a:buFont typeface="Arial,Sans-Serif"/>
              <a:buChar char="•"/>
            </a:pPr>
            <a:r>
              <a:rPr lang="en-US" sz="2200" dirty="0">
                <a:solidFill>
                  <a:srgbClr val="2A0053"/>
                </a:solidFill>
              </a:rPr>
              <a:t>Learned </a:t>
            </a:r>
            <a:r>
              <a:rPr lang="en-US" sz="2200" dirty="0" err="1">
                <a:solidFill>
                  <a:srgbClr val="2A0053"/>
                </a:solidFill>
              </a:rPr>
              <a:t>Supabase</a:t>
            </a:r>
            <a:r>
              <a:rPr lang="en-US" sz="2200" dirty="0">
                <a:solidFill>
                  <a:srgbClr val="2A0053"/>
                </a:solidFill>
              </a:rPr>
              <a:t> as a backend-as-a-service platform, including database design and API integration</a:t>
            </a:r>
          </a:p>
          <a:p>
            <a:pPr marL="285750" indent="-285750">
              <a:buFont typeface="Arial,Sans-Serif"/>
              <a:buChar char="•"/>
            </a:pPr>
            <a:r>
              <a:rPr lang="en-US" sz="2200">
                <a:solidFill>
                  <a:srgbClr val="2A0053"/>
                </a:solidFill>
              </a:rPr>
              <a:t>First time designing a product variants system to track inventory by size and color combinations</a:t>
            </a:r>
          </a:p>
          <a:p>
            <a:pPr marL="285750" indent="-285750">
              <a:buFont typeface="Arial,Sans-Serif"/>
              <a:buChar char="•"/>
            </a:pPr>
            <a:endParaRPr lang="en-US" sz="2200" dirty="0"/>
          </a:p>
          <a:p>
            <a:r>
              <a:rPr lang="en-US" sz="2400" b="1" i="1"/>
              <a:t>What are some existing skills you improved?</a:t>
            </a:r>
            <a:endParaRPr lang="en-US" sz="2400"/>
          </a:p>
          <a:p>
            <a:pPr marL="285750" indent="-285750">
              <a:buFont typeface="Arial,Sans-Serif"/>
              <a:buChar char="•"/>
            </a:pPr>
            <a:r>
              <a:rPr lang="en-US" sz="2200"/>
              <a:t>Improved debugging skills through resolving Cypress test timing issues and React state management bugs</a:t>
            </a:r>
          </a:p>
          <a:p>
            <a:pPr marL="285750" indent="-285750">
              <a:buFont typeface="Arial,Sans-Serif"/>
              <a:buChar char="•"/>
            </a:pPr>
            <a:endParaRPr lang="en-US" sz="2200" dirty="0"/>
          </a:p>
          <a:p>
            <a:r>
              <a:rPr lang="en-US" sz="2400" b="1" i="1"/>
              <a:t>What interpersonal / client skills did you develop or improve?</a:t>
            </a:r>
            <a:endParaRPr lang="en-US" sz="2400"/>
          </a:p>
          <a:p>
            <a:pPr marL="285750" indent="-285750">
              <a:buFont typeface="Arial,Sans-Serif"/>
              <a:buChar char="•"/>
            </a:pPr>
            <a:r>
              <a:rPr lang="en-US" sz="2200"/>
              <a:t>Improved communication through bi-weekly sprint planning and weekly status reports</a:t>
            </a:r>
          </a:p>
          <a:p>
            <a:pPr marL="285750" indent="-285750">
              <a:buFont typeface="Arial,Sans-Serif"/>
              <a:buChar char="•"/>
            </a:pPr>
            <a:r>
              <a:rPr lang="en-US" sz="2200"/>
              <a:t>Learned to adapt project scope based on shifting priorities</a:t>
            </a:r>
          </a:p>
          <a:p>
            <a:pPr marL="285750" indent="-285750">
              <a:buFont typeface="Arial,Sans-Serif"/>
              <a:buChar char="•"/>
            </a:pPr>
            <a:endParaRPr lang="en-US" sz="2200" dirty="0"/>
          </a:p>
          <a:p>
            <a:pPr algn="l"/>
            <a:endParaRPr lang="en-US" dirty="0"/>
          </a:p>
        </p:txBody>
      </p:sp>
    </p:spTree>
    <p:extLst>
      <p:ext uri="{BB962C8B-B14F-4D97-AF65-F5344CB8AC3E}">
        <p14:creationId xmlns:p14="http://schemas.microsoft.com/office/powerpoint/2010/main" val="1791759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E5A3-417F-091C-1A2D-C77E809E1B7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0F78BA5-6326-C80F-EDBA-112CC2E198FC}"/>
              </a:ext>
            </a:extLst>
          </p:cNvPr>
          <p:cNvSpPr>
            <a:spLocks noGrp="1"/>
          </p:cNvSpPr>
          <p:nvPr>
            <p:ph type="subTitle" idx="4294967295"/>
          </p:nvPr>
        </p:nvSpPr>
        <p:spPr>
          <a:xfrm>
            <a:off x="8751888" y="457200"/>
            <a:ext cx="3440112" cy="2971800"/>
          </a:xfrm>
        </p:spPr>
        <p:txBody>
          <a:bodyPr vert="horz" lIns="91440" tIns="45720" rIns="91440" bIns="45720" rtlCol="0" anchor="t">
            <a:normAutofit/>
          </a:bodyPr>
          <a:lstStyle/>
          <a:p>
            <a:r>
              <a:rPr lang="en-US" sz="4000">
                <a:latin typeface="Chamberi Super Display"/>
                <a:ea typeface="+mn-lt"/>
                <a:cs typeface="+mn-lt"/>
              </a:rPr>
              <a:t>Learning and development</a:t>
            </a:r>
            <a:endParaRPr lang="en-US">
              <a:latin typeface="Chamberi Super Display"/>
            </a:endParaRPr>
          </a:p>
        </p:txBody>
      </p:sp>
      <p:sp>
        <p:nvSpPr>
          <p:cNvPr id="4" name="TextBox 3">
            <a:extLst>
              <a:ext uri="{FF2B5EF4-FFF2-40B4-BE49-F238E27FC236}">
                <a16:creationId xmlns:a16="http://schemas.microsoft.com/office/drawing/2014/main" id="{11EE6A96-9753-018B-63C0-A2B487A25549}"/>
              </a:ext>
            </a:extLst>
          </p:cNvPr>
          <p:cNvSpPr txBox="1"/>
          <p:nvPr/>
        </p:nvSpPr>
        <p:spPr>
          <a:xfrm>
            <a:off x="484812" y="301520"/>
            <a:ext cx="5898292"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endParaRPr lang="en-US" sz="2400" dirty="0">
              <a:ea typeface="+mn-lt"/>
              <a:cs typeface="+mn-lt"/>
            </a:endParaRPr>
          </a:p>
          <a:p>
            <a:pPr marL="342900" indent="-342900">
              <a:buFont typeface="Arial"/>
              <a:buChar char="•"/>
            </a:pPr>
            <a:r>
              <a:rPr lang="en-US" sz="2400" dirty="0">
                <a:ea typeface="+mn-lt"/>
                <a:cs typeface="+mn-lt"/>
              </a:rPr>
              <a:t>Gaining experience with </a:t>
            </a:r>
            <a:r>
              <a:rPr lang="en-US" sz="2400" dirty="0" err="1">
                <a:ea typeface="+mn-lt"/>
                <a:cs typeface="+mn-lt"/>
              </a:rPr>
              <a:t>Mantine</a:t>
            </a:r>
            <a:r>
              <a:rPr lang="en-US" sz="2400" dirty="0">
                <a:ea typeface="+mn-lt"/>
                <a:cs typeface="+mn-lt"/>
              </a:rPr>
              <a:t> UI's prop-based styling system for building responsive components</a:t>
            </a:r>
            <a:endParaRPr lang="en-US" sz="2400" dirty="0"/>
          </a:p>
          <a:p>
            <a:pPr marL="342900" indent="-342900">
              <a:buFont typeface="Arial"/>
              <a:buChar char="•"/>
            </a:pPr>
            <a:endParaRPr lang="en-US" sz="2400" dirty="0">
              <a:ea typeface="+mn-lt"/>
              <a:cs typeface="+mn-lt"/>
            </a:endParaRPr>
          </a:p>
          <a:p>
            <a:pPr marL="342900" indent="-342900">
              <a:buFont typeface="Arial"/>
              <a:buChar char="•"/>
            </a:pPr>
            <a:r>
              <a:rPr lang="en-US" sz="2400" dirty="0" err="1">
                <a:ea typeface="+mn-lt"/>
                <a:cs typeface="+mn-lt"/>
              </a:rPr>
              <a:t>Settin</a:t>
            </a:r>
            <a:r>
              <a:rPr lang="en-US" sz="2400" dirty="0">
                <a:ea typeface="+mn-lt"/>
                <a:cs typeface="+mn-lt"/>
              </a:rPr>
              <a:t>g up React Router for client-side navigation and dynamic route parameters</a:t>
            </a:r>
          </a:p>
          <a:p>
            <a:pPr marL="342900" indent="-342900">
              <a:buFont typeface="Arial"/>
              <a:buChar char="•"/>
            </a:pPr>
            <a:endParaRPr lang="en-US" sz="2400" dirty="0">
              <a:ea typeface="+mn-lt"/>
              <a:cs typeface="+mn-lt"/>
            </a:endParaRPr>
          </a:p>
          <a:p>
            <a:pPr marL="342900" indent="-342900">
              <a:buFont typeface="Arial"/>
              <a:buChar char="•"/>
            </a:pPr>
            <a:r>
              <a:rPr lang="en-US" sz="2400" dirty="0">
                <a:ea typeface="+mn-lt"/>
                <a:cs typeface="+mn-lt"/>
              </a:rPr>
              <a:t>Improving understanding of React patterns including hooks, derived state, and component lifecycle management</a:t>
            </a:r>
          </a:p>
          <a:p>
            <a:pPr marL="342900" indent="-342900">
              <a:buFont typeface="Arial"/>
              <a:buChar char="•"/>
            </a:pPr>
            <a:endParaRPr lang="en-US" sz="2400" dirty="0">
              <a:ea typeface="+mn-lt"/>
              <a:cs typeface="+mn-lt"/>
            </a:endParaRPr>
          </a:p>
          <a:p>
            <a:pPr marL="342900" indent="-342900">
              <a:buFont typeface="Arial"/>
              <a:buChar char="•"/>
            </a:pPr>
            <a:r>
              <a:rPr lang="en-US" sz="2400" dirty="0">
                <a:ea typeface="+mn-lt"/>
                <a:cs typeface="+mn-lt"/>
              </a:rPr>
              <a:t>Writing detailed code comments to document </a:t>
            </a:r>
            <a:r>
              <a:rPr lang="en-US" sz="2400" dirty="0" err="1">
                <a:ea typeface="+mn-lt"/>
                <a:cs typeface="+mn-lt"/>
              </a:rPr>
              <a:t>Mantine</a:t>
            </a:r>
            <a:r>
              <a:rPr lang="en-US" sz="2400" dirty="0">
                <a:ea typeface="+mn-lt"/>
                <a:cs typeface="+mn-lt"/>
              </a:rPr>
              <a:t> and Cypress syntax for collaborative codebases</a:t>
            </a:r>
            <a:endParaRPr lang="en-US" sz="2400" dirty="0"/>
          </a:p>
          <a:p>
            <a:pPr marL="342900" indent="-342900">
              <a:buFont typeface="Arial"/>
              <a:buChar char="•"/>
            </a:pPr>
            <a:endParaRPr lang="en-US" sz="2400" dirty="0"/>
          </a:p>
        </p:txBody>
      </p:sp>
    </p:spTree>
    <p:extLst>
      <p:ext uri="{BB962C8B-B14F-4D97-AF65-F5344CB8AC3E}">
        <p14:creationId xmlns:p14="http://schemas.microsoft.com/office/powerpoint/2010/main" val="3946624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4F61D-0593-A70E-4268-F128E9FBE03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803FD76-EA88-ACDA-A425-29575DAA41B6}"/>
              </a:ext>
            </a:extLst>
          </p:cNvPr>
          <p:cNvSpPr>
            <a:spLocks noGrp="1"/>
          </p:cNvSpPr>
          <p:nvPr>
            <p:ph type="subTitle" idx="1"/>
          </p:nvPr>
        </p:nvSpPr>
        <p:spPr/>
        <p:txBody>
          <a:bodyPr>
            <a:normAutofit/>
          </a:bodyPr>
          <a:lstStyle/>
          <a:p>
            <a:r>
              <a:rPr lang="en-US" sz="4000" dirty="0">
                <a:latin typeface="Chamberi Super Display"/>
                <a:ea typeface="+mn-lt"/>
                <a:cs typeface="+mn-lt"/>
              </a:rPr>
              <a:t>Feedback from </a:t>
            </a:r>
            <a:r>
              <a:rPr lang="en-US" sz="4000">
                <a:latin typeface="Chamberi Super Display"/>
                <a:ea typeface="+mn-lt"/>
                <a:cs typeface="+mn-lt"/>
              </a:rPr>
              <a:t>our business </a:t>
            </a:r>
            <a:r>
              <a:rPr lang="en-US" sz="4000" dirty="0">
                <a:latin typeface="Chamberi Super Display"/>
                <a:ea typeface="+mn-lt"/>
                <a:cs typeface="+mn-lt"/>
              </a:rPr>
              <a:t>stakeholders</a:t>
            </a:r>
            <a:endParaRPr lang="en-US" dirty="0">
              <a:latin typeface="Chamberi Super Display"/>
              <a:ea typeface="+mn-lt"/>
              <a:cs typeface="+mn-lt"/>
            </a:endParaRPr>
          </a:p>
        </p:txBody>
      </p:sp>
      <p:sp>
        <p:nvSpPr>
          <p:cNvPr id="6" name="TextBox 5">
            <a:extLst>
              <a:ext uri="{FF2B5EF4-FFF2-40B4-BE49-F238E27FC236}">
                <a16:creationId xmlns:a16="http://schemas.microsoft.com/office/drawing/2014/main" id="{71B59EF5-F221-DC7D-6E7E-91C98051A61A}"/>
              </a:ext>
            </a:extLst>
          </p:cNvPr>
          <p:cNvSpPr txBox="1"/>
          <p:nvPr/>
        </p:nvSpPr>
        <p:spPr>
          <a:xfrm>
            <a:off x="336697" y="354418"/>
            <a:ext cx="7744046"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solidFill>
                  <a:srgbClr val="2A0053"/>
                </a:solidFill>
                <a:latin typeface="Aptos Light"/>
              </a:rPr>
              <a:t>Informative </a:t>
            </a:r>
            <a:br>
              <a:rPr lang="en-US" sz="2400" dirty="0">
                <a:latin typeface="Aptos Light"/>
              </a:rPr>
            </a:br>
            <a:r>
              <a:rPr lang="en-US" sz="2400" dirty="0">
                <a:solidFill>
                  <a:srgbClr val="2A0053"/>
                </a:solidFill>
                <a:latin typeface="Aptos Light"/>
              </a:rPr>
              <a:t> </a:t>
            </a:r>
            <a:endParaRPr lang="en-US"/>
          </a:p>
          <a:p>
            <a:pPr marL="342900" indent="-342900">
              <a:buFont typeface="Arial"/>
              <a:buChar char="•"/>
            </a:pPr>
            <a:r>
              <a:rPr lang="en-US" sz="2400">
                <a:solidFill>
                  <a:srgbClr val="2A0053"/>
                </a:solidFill>
                <a:latin typeface="Aptos Light"/>
              </a:rPr>
              <a:t>Some points of interest to them </a:t>
            </a:r>
            <a:br>
              <a:rPr lang="en-US" sz="2400" dirty="0">
                <a:latin typeface="Aptos Light"/>
              </a:rPr>
            </a:br>
            <a:r>
              <a:rPr lang="en-US" sz="2400" dirty="0">
                <a:solidFill>
                  <a:srgbClr val="2A0053"/>
                </a:solidFill>
                <a:latin typeface="Aptos Light"/>
              </a:rPr>
              <a:t> </a:t>
            </a:r>
          </a:p>
          <a:p>
            <a:pPr marL="800100" lvl="1" indent="-342900">
              <a:buFont typeface="Courier New"/>
              <a:buChar char="o"/>
            </a:pPr>
            <a:r>
              <a:rPr lang="en-US" sz="2400">
                <a:solidFill>
                  <a:srgbClr val="2A0053"/>
                </a:solidFill>
                <a:latin typeface="Aptos Light"/>
              </a:rPr>
              <a:t>Discounts or use of financial aid at the merch store for students needing it.  </a:t>
            </a:r>
            <a:br>
              <a:rPr lang="en-US" sz="2400" dirty="0">
                <a:latin typeface="Aptos Light"/>
              </a:rPr>
            </a:br>
            <a:r>
              <a:rPr lang="en-US" sz="2400" dirty="0">
                <a:solidFill>
                  <a:srgbClr val="2A0053"/>
                </a:solidFill>
                <a:latin typeface="Aptos Light"/>
              </a:rPr>
              <a:t> </a:t>
            </a:r>
          </a:p>
          <a:p>
            <a:pPr marL="800100" lvl="1" indent="-342900">
              <a:buFont typeface="Courier New"/>
              <a:buChar char="o"/>
            </a:pPr>
            <a:r>
              <a:rPr lang="en-US" sz="2400">
                <a:solidFill>
                  <a:srgbClr val="2A0053"/>
                </a:solidFill>
                <a:latin typeface="Aptos Light"/>
              </a:rPr>
              <a:t>Attracting interest with discounts  </a:t>
            </a:r>
            <a:br>
              <a:rPr lang="en-US" sz="2400" dirty="0">
                <a:latin typeface="Aptos Light"/>
              </a:rPr>
            </a:br>
            <a:r>
              <a:rPr lang="en-US" sz="2400" dirty="0">
                <a:solidFill>
                  <a:srgbClr val="2A0053"/>
                </a:solidFill>
                <a:latin typeface="Aptos Light"/>
              </a:rPr>
              <a:t> </a:t>
            </a:r>
          </a:p>
          <a:p>
            <a:pPr marL="1257300" lvl="2" indent="-342900">
              <a:buFont typeface="Wingdings"/>
              <a:buChar char="§"/>
            </a:pPr>
            <a:r>
              <a:rPr lang="en-US" sz="2400">
                <a:solidFill>
                  <a:srgbClr val="2A0053"/>
                </a:solidFill>
                <a:latin typeface="Aptos Light"/>
              </a:rPr>
              <a:t>Suggested first 100 people to engage with advertising would receive a discount code.  </a:t>
            </a:r>
            <a:br>
              <a:rPr lang="en-US" sz="2400" dirty="0">
                <a:latin typeface="Aptos Light"/>
              </a:rPr>
            </a:br>
            <a:r>
              <a:rPr lang="en-US" sz="2400" dirty="0">
                <a:solidFill>
                  <a:srgbClr val="2A0053"/>
                </a:solidFill>
                <a:latin typeface="Aptos Light"/>
              </a:rPr>
              <a:t> </a:t>
            </a:r>
          </a:p>
          <a:p>
            <a:pPr marL="342900" indent="-342900">
              <a:buFont typeface="Arial"/>
              <a:buChar char="•"/>
            </a:pPr>
            <a:r>
              <a:rPr lang="en-US" sz="2400">
                <a:solidFill>
                  <a:srgbClr val="2A0053"/>
                </a:solidFill>
                <a:latin typeface="Aptos Light"/>
              </a:rPr>
              <a:t>Approved of our direction </a:t>
            </a:r>
            <a:br>
              <a:rPr lang="en-US" sz="2400" dirty="0">
                <a:latin typeface="Aptos Light"/>
              </a:rPr>
            </a:br>
            <a:r>
              <a:rPr lang="en-US" sz="2400" dirty="0">
                <a:solidFill>
                  <a:srgbClr val="2A0053"/>
                </a:solidFill>
                <a:latin typeface="Aptos Light"/>
              </a:rPr>
              <a:t> </a:t>
            </a:r>
          </a:p>
          <a:p>
            <a:pPr marL="342900" indent="-342900">
              <a:buFont typeface="Arial"/>
              <a:buChar char="•"/>
            </a:pPr>
            <a:r>
              <a:rPr lang="en-US" sz="2400">
                <a:solidFill>
                  <a:srgbClr val="2A0053"/>
                </a:solidFill>
                <a:latin typeface="Aptos Light"/>
              </a:rPr>
              <a:t>Made a point to include contactless payment options.</a:t>
            </a:r>
            <a:endParaRPr lang="en-US" sz="2400" dirty="0">
              <a:solidFill>
                <a:srgbClr val="2A0053"/>
              </a:solidFill>
              <a:latin typeface="Aptos Light"/>
            </a:endParaRPr>
          </a:p>
          <a:p>
            <a:pPr algn="l"/>
            <a:endParaRPr lang="en-US" dirty="0"/>
          </a:p>
        </p:txBody>
      </p:sp>
    </p:spTree>
    <p:extLst>
      <p:ext uri="{BB962C8B-B14F-4D97-AF65-F5344CB8AC3E}">
        <p14:creationId xmlns:p14="http://schemas.microsoft.com/office/powerpoint/2010/main" val="1054716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30941-1B1A-1416-BE74-FE3575245A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888D2-070F-E543-0F0F-A596C2C285A6}"/>
              </a:ext>
            </a:extLst>
          </p:cNvPr>
          <p:cNvSpPr>
            <a:spLocks noGrp="1"/>
          </p:cNvSpPr>
          <p:nvPr>
            <p:ph type="ctrTitle"/>
          </p:nvPr>
        </p:nvSpPr>
        <p:spPr/>
        <p:txBody>
          <a:bodyPr/>
          <a:lstStyle/>
          <a:p>
            <a:r>
              <a:rPr lang="en-US">
                <a:cs typeface="Biome"/>
              </a:rPr>
              <a:t>Demo</a:t>
            </a:r>
            <a:endParaRPr lang="en-US"/>
          </a:p>
        </p:txBody>
      </p:sp>
    </p:spTree>
    <p:extLst>
      <p:ext uri="{BB962C8B-B14F-4D97-AF65-F5344CB8AC3E}">
        <p14:creationId xmlns:p14="http://schemas.microsoft.com/office/powerpoint/2010/main" val="2462246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662A3-E6C1-DFA2-1B09-E9681F06A418}"/>
              </a:ext>
            </a:extLst>
          </p:cNvPr>
          <p:cNvSpPr>
            <a:spLocks noGrp="1"/>
          </p:cNvSpPr>
          <p:nvPr>
            <p:ph type="title"/>
          </p:nvPr>
        </p:nvSpPr>
        <p:spPr>
          <a:xfrm>
            <a:off x="457200" y="908537"/>
            <a:ext cx="4800600" cy="848155"/>
          </a:xfrm>
        </p:spPr>
        <p:txBody>
          <a:bodyPr/>
          <a:lstStyle/>
          <a:p>
            <a:r>
              <a:rPr lang="en-US">
                <a:cs typeface="Biome"/>
              </a:rPr>
              <a:t>Summary</a:t>
            </a:r>
            <a:endParaRPr lang="en-US"/>
          </a:p>
        </p:txBody>
      </p:sp>
      <p:sp>
        <p:nvSpPr>
          <p:cNvPr id="3" name="Subtitle 2">
            <a:extLst>
              <a:ext uri="{FF2B5EF4-FFF2-40B4-BE49-F238E27FC236}">
                <a16:creationId xmlns:a16="http://schemas.microsoft.com/office/drawing/2014/main" id="{7BA0DB09-51E0-8D81-0642-1672162337EC}"/>
              </a:ext>
            </a:extLst>
          </p:cNvPr>
          <p:cNvSpPr>
            <a:spLocks noGrp="1"/>
          </p:cNvSpPr>
          <p:nvPr>
            <p:ph sz="quarter" idx="15"/>
          </p:nvPr>
        </p:nvSpPr>
        <p:spPr>
          <a:xfrm>
            <a:off x="457200" y="2110563"/>
            <a:ext cx="4800600" cy="4290237"/>
          </a:xfrm>
        </p:spPr>
        <p:txBody>
          <a:bodyPr vert="horz" lIns="91440" tIns="45720" rIns="91440" bIns="45720" rtlCol="0" anchor="t">
            <a:normAutofit/>
          </a:bodyPr>
          <a:lstStyle/>
          <a:p>
            <a:pPr marL="285750" indent="-285750">
              <a:buChar char="•"/>
            </a:pPr>
            <a:r>
              <a:rPr lang="en-US" sz="2400" dirty="0"/>
              <a:t>Moving forward with our new </a:t>
            </a:r>
            <a:r>
              <a:rPr lang="en-US" sz="2400"/>
              <a:t>direction.</a:t>
            </a:r>
          </a:p>
          <a:p>
            <a:pPr marL="514350" lvl="1" indent="-285750">
              <a:buFont typeface="Courier New" panose="020B0604020202020204" pitchFamily="34" charset="0"/>
              <a:buChar char="o"/>
            </a:pPr>
            <a:r>
              <a:rPr lang="en-US" sz="2400"/>
              <a:t>Focusing on ingenuity and client experience. </a:t>
            </a:r>
            <a:endParaRPr lang="en-US"/>
          </a:p>
          <a:p>
            <a:pPr marL="285750" indent="-285750">
              <a:buFont typeface="Arial" panose="020B0604020202020204" pitchFamily="34" charset="0"/>
              <a:buChar char="•"/>
            </a:pPr>
            <a:r>
              <a:rPr lang="en-US" sz="2400"/>
              <a:t>Flexible Ecommerce </a:t>
            </a:r>
            <a:endParaRPr lang="en-US" sz="2400" dirty="0"/>
          </a:p>
          <a:p>
            <a:pPr marL="514350" lvl="1" indent="-285750">
              <a:buFont typeface="Courier New" panose="020B0604020202020204" pitchFamily="34" charset="0"/>
              <a:buChar char="o"/>
            </a:pPr>
            <a:r>
              <a:rPr lang="en-US" sz="2400"/>
              <a:t>Fit the needs of many different Ecommerce applications. </a:t>
            </a:r>
            <a:endParaRPr lang="en-US" sz="2400" dirty="0"/>
          </a:p>
        </p:txBody>
      </p:sp>
    </p:spTree>
    <p:extLst>
      <p:ext uri="{BB962C8B-B14F-4D97-AF65-F5344CB8AC3E}">
        <p14:creationId xmlns:p14="http://schemas.microsoft.com/office/powerpoint/2010/main" val="2577165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097480-A344-3DE7-3A5A-2FF793A1DA15}"/>
              </a:ext>
            </a:extLst>
          </p:cNvPr>
          <p:cNvSpPr txBox="1"/>
          <p:nvPr/>
        </p:nvSpPr>
        <p:spPr>
          <a:xfrm>
            <a:off x="357534" y="2251921"/>
            <a:ext cx="11476891"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Recording (for original prototype) : </a:t>
            </a:r>
            <a:r>
              <a:rPr lang="en-US" sz="2400" dirty="0">
                <a:ea typeface="+mn-lt"/>
                <a:cs typeface="+mn-lt"/>
                <a:hlinkClick r:id="rId2"/>
              </a:rPr>
              <a:t>https://youtu.be/f8NyxgGw6Xw</a:t>
            </a:r>
            <a:br>
              <a:rPr lang="en-US" sz="2400" dirty="0">
                <a:ea typeface="+mn-lt"/>
                <a:cs typeface="+mn-lt"/>
              </a:rPr>
            </a:br>
            <a:endParaRPr lang="en-US" sz="2400" dirty="0">
              <a:ea typeface="+mn-lt"/>
              <a:cs typeface="+mn-lt"/>
              <a:hlinkClick r:id="rId2"/>
            </a:endParaRPr>
          </a:p>
          <a:p>
            <a:pPr algn="ctr"/>
            <a:r>
              <a:rPr lang="en-US" sz="2400">
                <a:ea typeface="+mn-lt"/>
                <a:cs typeface="+mn-lt"/>
              </a:rPr>
              <a:t>Recording (for updated prototype) : </a:t>
            </a:r>
            <a:r>
              <a:rPr lang="en-US" sz="2400" dirty="0">
                <a:ea typeface="+mn-lt"/>
                <a:cs typeface="+mn-lt"/>
                <a:hlinkClick r:id="rId3"/>
              </a:rPr>
              <a:t>https://youtu.be/we1A8NbnbkY?si=YaSboY0tROb-dU75</a:t>
            </a:r>
            <a:endParaRPr lang="en-US" sz="2400" dirty="0">
              <a:ea typeface="+mn-lt"/>
              <a:cs typeface="+mn-lt"/>
            </a:endParaRPr>
          </a:p>
          <a:p>
            <a:pPr algn="ctr"/>
            <a:br>
              <a:rPr lang="en-US" sz="2400" dirty="0">
                <a:ea typeface="+mn-lt"/>
                <a:cs typeface="+mn-lt"/>
              </a:rPr>
            </a:br>
            <a:r>
              <a:rPr lang="en-US" sz="2400"/>
              <a:t>GitHub: </a:t>
            </a:r>
            <a:r>
              <a:rPr lang="en-US" sz="2400" dirty="0">
                <a:ea typeface="+mn-lt"/>
                <a:cs typeface="+mn-lt"/>
                <a:hlinkClick r:id="rId4"/>
              </a:rPr>
              <a:t>https://github.com/Student2000000/AJT_Capstone_Project.git</a:t>
            </a:r>
            <a:endParaRPr lang="en-US" sz="2400" dirty="0">
              <a:ea typeface="+mn-lt"/>
              <a:cs typeface="+mn-lt"/>
            </a:endParaRPr>
          </a:p>
          <a:p>
            <a:pPr algn="ctr"/>
            <a:endParaRPr lang="en-US" sz="2400" dirty="0"/>
          </a:p>
          <a:p>
            <a:pPr algn="ctr"/>
            <a:r>
              <a:rPr lang="en-US" sz="2400"/>
              <a:t>Jira: </a:t>
            </a:r>
            <a:r>
              <a:rPr lang="en-US" sz="2400" dirty="0">
                <a:ea typeface="+mn-lt"/>
                <a:cs typeface="+mn-lt"/>
                <a:hlinkClick r:id="rId5"/>
              </a:rPr>
              <a:t>https://ajtcapstone2026.atlassian.net/jira/software/projects/SCRUM/boards/1?atlOrigin=eyJpIjoiOWVmNTcwMjUyNDdkNGE2N2E2MDcyOWZiNDA5MTAwOWIiLCJwIjoiaiJ9</a:t>
            </a:r>
            <a:endParaRPr lang="en-US" sz="2400" dirty="0"/>
          </a:p>
        </p:txBody>
      </p:sp>
      <p:sp>
        <p:nvSpPr>
          <p:cNvPr id="6" name="TextBox 5">
            <a:extLst>
              <a:ext uri="{FF2B5EF4-FFF2-40B4-BE49-F238E27FC236}">
                <a16:creationId xmlns:a16="http://schemas.microsoft.com/office/drawing/2014/main" id="{C988F24C-8FE5-8CBC-C60F-C64934BC7FED}"/>
              </a:ext>
            </a:extLst>
          </p:cNvPr>
          <p:cNvSpPr txBox="1"/>
          <p:nvPr/>
        </p:nvSpPr>
        <p:spPr>
          <a:xfrm>
            <a:off x="3323549" y="989256"/>
            <a:ext cx="554665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latin typeface="Chamberi Super Display"/>
              </a:rPr>
              <a:t>Links</a:t>
            </a:r>
            <a:endParaRPr lang="en-US" sz="3600" dirty="0">
              <a:latin typeface="Chamberi Super Display"/>
            </a:endParaRPr>
          </a:p>
          <a:p>
            <a:endParaRPr lang="en-US" dirty="0"/>
          </a:p>
        </p:txBody>
      </p:sp>
    </p:spTree>
    <p:extLst>
      <p:ext uri="{BB962C8B-B14F-4D97-AF65-F5344CB8AC3E}">
        <p14:creationId xmlns:p14="http://schemas.microsoft.com/office/powerpoint/2010/main" val="1936673984"/>
      </p:ext>
    </p:extLst>
  </p:cSld>
  <p:clrMapOvr>
    <a:masterClrMapping/>
  </p:clrMapOvr>
</p:sld>
</file>

<file path=ppt/theme/theme1.xml><?xml version="1.0" encoding="utf-8"?>
<a:theme xmlns:a="http://schemas.openxmlformats.org/drawingml/2006/main" name="Prismatic polygons">
  <a:themeElements>
    <a:clrScheme name="Glassmorphism">
      <a:dk1>
        <a:srgbClr val="2A0053"/>
      </a:dk1>
      <a:lt1>
        <a:srgbClr val="FFFFFF"/>
      </a:lt1>
      <a:dk2>
        <a:srgbClr val="000000"/>
      </a:dk2>
      <a:lt2>
        <a:srgbClr val="EEEFE7"/>
      </a:lt2>
      <a:accent1>
        <a:srgbClr val="FF8A28"/>
      </a:accent1>
      <a:accent2>
        <a:srgbClr val="F195FF"/>
      </a:accent2>
      <a:accent3>
        <a:srgbClr val="E227FF"/>
      </a:accent3>
      <a:accent4>
        <a:srgbClr val="FF0004"/>
      </a:accent4>
      <a:accent5>
        <a:srgbClr val="1906C5"/>
      </a:accent5>
      <a:accent6>
        <a:srgbClr val="31B564"/>
      </a:accent6>
      <a:hlink>
        <a:srgbClr val="467886"/>
      </a:hlink>
      <a:folHlink>
        <a:srgbClr val="96607D"/>
      </a:folHlink>
    </a:clrScheme>
    <a:fontScheme name="Custom 82">
      <a:majorFont>
        <a:latin typeface="Chamberi Super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assmorphism_win32_SD_V5" id="{E43A2CAE-029B-46E8-8085-D6AC37FEAB72}" vid="{9BD0D0BD-C5D3-42A7-8670-EE25EA222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5</Words>
  <Application>Microsoft Office PowerPoint</Application>
  <PresentationFormat>Widescreen</PresentationFormat>
  <Paragraphs>3</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Prismatic polygons</vt:lpstr>
      <vt:lpstr>Team AJT Merch Store</vt:lpstr>
      <vt:lpstr>PowerPoint Presentation</vt:lpstr>
      <vt:lpstr>PowerPoint Presentation</vt:lpstr>
      <vt:lpstr>PowerPoint Presentation</vt:lpstr>
      <vt:lpstr>PowerPoint Presentation</vt:lpstr>
      <vt:lpstr>Demo</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638</cp:revision>
  <dcterms:created xsi:type="dcterms:W3CDTF">2026-05-20T19:19:17Z</dcterms:created>
  <dcterms:modified xsi:type="dcterms:W3CDTF">2026-06-13T02:47:28Z</dcterms:modified>
</cp:coreProperties>
</file>